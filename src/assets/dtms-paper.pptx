
<file path=[Content_Types].xml><?xml version="1.0" encoding="utf-8"?>
<Types xmlns="http://schemas.openxmlformats.org/package/2006/content-types">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0279975" cy="42808525"/>
  <p:notesSz cx="6858000" cy="9144000"/>
  <p:defaultTextStyle>
    <a:defPPr>
      <a:defRPr lang="en-US"/>
    </a:defPPr>
    <a:lvl1pPr marL="0" algn="l" defTabSz="4176431" rtl="0" eaLnBrk="1" latinLnBrk="0" hangingPunct="1">
      <a:defRPr sz="8200" kern="1200">
        <a:solidFill>
          <a:schemeClr val="tx1"/>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620"/>
    <p:restoredTop sz="94660"/>
  </p:normalViewPr>
  <p:slideViewPr>
    <p:cSldViewPr>
      <p:cViewPr>
        <p:scale>
          <a:sx n="30" d="100"/>
          <a:sy n="30" d="100"/>
        </p:scale>
        <p:origin x="-432" y="5268"/>
      </p:cViewPr>
      <p:guideLst>
        <p:guide orient="horz" pos="13483"/>
        <p:guide pos="9537"/>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FB252E6-709F-4714-A420-0AD27C8D8430}" type="datetimeFigureOut">
              <a:rPr lang="en-US" smtClean="0"/>
              <a:t>9/28/2024</a:t>
            </a:fld>
            <a:endParaRPr lang="en-US"/>
          </a:p>
        </p:txBody>
      </p:sp>
      <p:sp>
        <p:nvSpPr>
          <p:cNvPr id="4" name="Slide Image Placeholder 3"/>
          <p:cNvSpPr>
            <a:spLocks noGrp="1" noRot="1" noChangeAspect="1"/>
          </p:cNvSpPr>
          <p:nvPr>
            <p:ph type="sldImg" idx="2"/>
          </p:nvPr>
        </p:nvSpPr>
        <p:spPr>
          <a:xfrm>
            <a:off x="2216150" y="685800"/>
            <a:ext cx="24257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6368F97F-B48F-4DE8-BB23-C132BD67061B}"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6368F97F-B48F-4DE8-BB23-C132BD67061B}" type="slidenum">
              <a:rPr lang="en-US" smtClean="0"/>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998" y="13298392"/>
            <a:ext cx="25737979" cy="9176087"/>
          </a:xfrm>
        </p:spPr>
        <p:txBody>
          <a:bodyPr/>
          <a:lstStyle/>
          <a:p>
            <a:r>
              <a:rPr lang="en-US" smtClean="0"/>
              <a:t>Click to edit Master title style</a:t>
            </a:r>
            <a:endParaRPr lang="en-US"/>
          </a:p>
        </p:txBody>
      </p:sp>
      <p:sp>
        <p:nvSpPr>
          <p:cNvPr id="3" name="Subtitle 2"/>
          <p:cNvSpPr>
            <a:spLocks noGrp="1"/>
          </p:cNvSpPr>
          <p:nvPr>
            <p:ph type="subTitle" idx="1"/>
          </p:nvPr>
        </p:nvSpPr>
        <p:spPr>
          <a:xfrm>
            <a:off x="4541996" y="24258164"/>
            <a:ext cx="21195983" cy="10939956"/>
          </a:xfrm>
        </p:spPr>
        <p:txBody>
          <a:bodyPr/>
          <a:lstStyle>
            <a:lvl1pPr marL="0" indent="0" algn="ctr">
              <a:buNone/>
              <a:defRPr>
                <a:solidFill>
                  <a:schemeClr val="tx1">
                    <a:tint val="75000"/>
                  </a:schemeClr>
                </a:solidFill>
              </a:defRPr>
            </a:lvl1pPr>
            <a:lvl2pPr marL="2088215" indent="0" algn="ctr">
              <a:buNone/>
              <a:defRPr>
                <a:solidFill>
                  <a:schemeClr val="tx1">
                    <a:tint val="75000"/>
                  </a:schemeClr>
                </a:solidFill>
              </a:defRPr>
            </a:lvl2pPr>
            <a:lvl3pPr marL="4176431" indent="0" algn="ctr">
              <a:buNone/>
              <a:defRPr>
                <a:solidFill>
                  <a:schemeClr val="tx1">
                    <a:tint val="75000"/>
                  </a:schemeClr>
                </a:solidFill>
              </a:defRPr>
            </a:lvl3pPr>
            <a:lvl4pPr marL="6264646" indent="0" algn="ctr">
              <a:buNone/>
              <a:defRPr>
                <a:solidFill>
                  <a:schemeClr val="tx1">
                    <a:tint val="75000"/>
                  </a:schemeClr>
                </a:solidFill>
              </a:defRPr>
            </a:lvl4pPr>
            <a:lvl5pPr marL="8352861" indent="0" algn="ctr">
              <a:buNone/>
              <a:defRPr>
                <a:solidFill>
                  <a:schemeClr val="tx1">
                    <a:tint val="75000"/>
                  </a:schemeClr>
                </a:solidFill>
              </a:defRPr>
            </a:lvl5pPr>
            <a:lvl6pPr marL="10441076" indent="0" algn="ctr">
              <a:buNone/>
              <a:defRPr>
                <a:solidFill>
                  <a:schemeClr val="tx1">
                    <a:tint val="75000"/>
                  </a:schemeClr>
                </a:solidFill>
              </a:defRPr>
            </a:lvl6pPr>
            <a:lvl7pPr marL="12529292" indent="0" algn="ctr">
              <a:buNone/>
              <a:defRPr>
                <a:solidFill>
                  <a:schemeClr val="tx1">
                    <a:tint val="75000"/>
                  </a:schemeClr>
                </a:solidFill>
              </a:defRPr>
            </a:lvl7pPr>
            <a:lvl8pPr marL="14617507" indent="0" algn="ctr">
              <a:buNone/>
              <a:defRPr>
                <a:solidFill>
                  <a:schemeClr val="tx1">
                    <a:tint val="75000"/>
                  </a:schemeClr>
                </a:solidFill>
              </a:defRPr>
            </a:lvl8pPr>
            <a:lvl9pPr marL="16705722"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4583F6E-5B51-4E87-99FC-F761539B5FBE}" type="datetimeFigureOut">
              <a:rPr lang="en-US" smtClean="0"/>
              <a:pPr/>
              <a:t>9/28/2024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97C255-30AF-4C32-8706-14731E4841F9}"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583F6E-5B51-4E87-99FC-F761539B5FBE}" type="datetimeFigureOut">
              <a:rPr lang="en-US" smtClean="0"/>
              <a:pPr/>
              <a:t>9/28/2024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97C255-30AF-4C32-8706-14731E4841F9}"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1909" y="27508444"/>
            <a:ext cx="25737979" cy="8502249"/>
          </a:xfrm>
        </p:spPr>
        <p:txBody>
          <a:bodyPr anchor="t"/>
          <a:lstStyle>
            <a:lvl1pPr algn="l">
              <a:defRPr sz="18300" b="1" cap="all"/>
            </a:lvl1pPr>
          </a:lstStyle>
          <a:p>
            <a:r>
              <a:rPr lang="en-US" smtClean="0"/>
              <a:t>Click to edit Master title style</a:t>
            </a:r>
            <a:endParaRPr lang="en-US"/>
          </a:p>
        </p:txBody>
      </p:sp>
      <p:sp>
        <p:nvSpPr>
          <p:cNvPr id="3" name="Text Placeholder 2"/>
          <p:cNvSpPr>
            <a:spLocks noGrp="1"/>
          </p:cNvSpPr>
          <p:nvPr>
            <p:ph type="body" idx="1"/>
          </p:nvPr>
        </p:nvSpPr>
        <p:spPr>
          <a:xfrm>
            <a:off x="2391909" y="18144082"/>
            <a:ext cx="25737979" cy="9364362"/>
          </a:xfrm>
        </p:spPr>
        <p:txBody>
          <a:bodyPr anchor="b"/>
          <a:lstStyle>
            <a:lvl1pPr marL="0" indent="0">
              <a:buNone/>
              <a:defRPr sz="9100">
                <a:solidFill>
                  <a:schemeClr val="tx1">
                    <a:tint val="75000"/>
                  </a:schemeClr>
                </a:solidFill>
              </a:defRPr>
            </a:lvl1pPr>
            <a:lvl2pPr marL="2088215" indent="0">
              <a:buNone/>
              <a:defRPr sz="8200">
                <a:solidFill>
                  <a:schemeClr val="tx1">
                    <a:tint val="75000"/>
                  </a:schemeClr>
                </a:solidFill>
              </a:defRPr>
            </a:lvl2pPr>
            <a:lvl3pPr marL="4176431" indent="0">
              <a:buNone/>
              <a:defRPr sz="7300">
                <a:solidFill>
                  <a:schemeClr val="tx1">
                    <a:tint val="75000"/>
                  </a:schemeClr>
                </a:solidFill>
              </a:defRPr>
            </a:lvl3pPr>
            <a:lvl4pPr marL="6264646" indent="0">
              <a:buNone/>
              <a:defRPr sz="6400">
                <a:solidFill>
                  <a:schemeClr val="tx1">
                    <a:tint val="75000"/>
                  </a:schemeClr>
                </a:solidFill>
              </a:defRPr>
            </a:lvl4pPr>
            <a:lvl5pPr marL="8352861" indent="0">
              <a:buNone/>
              <a:defRPr sz="6400">
                <a:solidFill>
                  <a:schemeClr val="tx1">
                    <a:tint val="75000"/>
                  </a:schemeClr>
                </a:solidFill>
              </a:defRPr>
            </a:lvl5pPr>
            <a:lvl6pPr marL="10441076" indent="0">
              <a:buNone/>
              <a:defRPr sz="6400">
                <a:solidFill>
                  <a:schemeClr val="tx1">
                    <a:tint val="75000"/>
                  </a:schemeClr>
                </a:solidFill>
              </a:defRPr>
            </a:lvl6pPr>
            <a:lvl7pPr marL="12529292" indent="0">
              <a:buNone/>
              <a:defRPr sz="6400">
                <a:solidFill>
                  <a:schemeClr val="tx1">
                    <a:tint val="75000"/>
                  </a:schemeClr>
                </a:solidFill>
              </a:defRPr>
            </a:lvl7pPr>
            <a:lvl8pPr marL="14617507" indent="0">
              <a:buNone/>
              <a:defRPr sz="6400">
                <a:solidFill>
                  <a:schemeClr val="tx1">
                    <a:tint val="75000"/>
                  </a:schemeClr>
                </a:solidFill>
              </a:defRPr>
            </a:lvl8pPr>
            <a:lvl9pPr marL="16705722" indent="0">
              <a:buNone/>
              <a:defRPr sz="6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4583F6E-5B51-4E87-99FC-F761539B5FBE}" type="datetimeFigureOut">
              <a:rPr lang="en-US" smtClean="0"/>
              <a:pPr/>
              <a:t>9/28/2024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97C255-30AF-4C32-8706-14731E4841F9}"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5015123" y="62349824"/>
            <a:ext cx="44867985" cy="176347340"/>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50387773" y="62349824"/>
            <a:ext cx="44867982" cy="176347340"/>
          </a:xfrm>
        </p:spPr>
        <p:txBody>
          <a:bodyPr/>
          <a:lstStyle>
            <a:lvl1pPr>
              <a:defRPr sz="12800"/>
            </a:lvl1pPr>
            <a:lvl2pPr>
              <a:defRPr sz="11000"/>
            </a:lvl2pPr>
            <a:lvl3pPr>
              <a:defRPr sz="9100"/>
            </a:lvl3pPr>
            <a:lvl4pPr>
              <a:defRPr sz="8200"/>
            </a:lvl4pPr>
            <a:lvl5pPr>
              <a:defRPr sz="8200"/>
            </a:lvl5pPr>
            <a:lvl6pPr>
              <a:defRPr sz="8200"/>
            </a:lvl6pPr>
            <a:lvl7pPr>
              <a:defRPr sz="8200"/>
            </a:lvl7pPr>
            <a:lvl8pPr>
              <a:defRPr sz="8200"/>
            </a:lvl8pPr>
            <a:lvl9pPr>
              <a:defRPr sz="82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4583F6E-5B51-4E87-99FC-F761539B5FBE}" type="datetimeFigureOut">
              <a:rPr lang="en-US" smtClean="0"/>
              <a:pPr/>
              <a:t>9/28/2024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97C255-30AF-4C32-8706-14731E4841F9}"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13999" y="1714326"/>
            <a:ext cx="27251978" cy="7134754"/>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1513999" y="9582375"/>
            <a:ext cx="13378914" cy="3993477"/>
          </a:xfrm>
        </p:spPr>
        <p:txBody>
          <a:bodyPr anchor="b"/>
          <a:lstStyle>
            <a:lvl1pPr marL="0" indent="0">
              <a:buNone/>
              <a:defRPr sz="11000" b="1"/>
            </a:lvl1pPr>
            <a:lvl2pPr marL="2088215" indent="0">
              <a:buNone/>
              <a:defRPr sz="9100" b="1"/>
            </a:lvl2pPr>
            <a:lvl3pPr marL="4176431" indent="0">
              <a:buNone/>
              <a:defRPr sz="8200" b="1"/>
            </a:lvl3pPr>
            <a:lvl4pPr marL="6264646" indent="0">
              <a:buNone/>
              <a:defRPr sz="7300" b="1"/>
            </a:lvl4pPr>
            <a:lvl5pPr marL="8352861" indent="0">
              <a:buNone/>
              <a:defRPr sz="7300" b="1"/>
            </a:lvl5pPr>
            <a:lvl6pPr marL="10441076" indent="0">
              <a:buNone/>
              <a:defRPr sz="7300" b="1"/>
            </a:lvl6pPr>
            <a:lvl7pPr marL="12529292" indent="0">
              <a:buNone/>
              <a:defRPr sz="7300" b="1"/>
            </a:lvl7pPr>
            <a:lvl8pPr marL="14617507" indent="0">
              <a:buNone/>
              <a:defRPr sz="7300" b="1"/>
            </a:lvl8pPr>
            <a:lvl9pPr marL="16705722" indent="0">
              <a:buNone/>
              <a:defRPr sz="7300" b="1"/>
            </a:lvl9pPr>
          </a:lstStyle>
          <a:p>
            <a:pPr lvl="0"/>
            <a:r>
              <a:rPr lang="en-US" smtClean="0"/>
              <a:t>Click to edit Master text styles</a:t>
            </a:r>
          </a:p>
        </p:txBody>
      </p:sp>
      <p:sp>
        <p:nvSpPr>
          <p:cNvPr id="4" name="Content Placeholder 3"/>
          <p:cNvSpPr>
            <a:spLocks noGrp="1"/>
          </p:cNvSpPr>
          <p:nvPr>
            <p:ph sz="half" idx="2"/>
          </p:nvPr>
        </p:nvSpPr>
        <p:spPr>
          <a:xfrm>
            <a:off x="1513999" y="13575852"/>
            <a:ext cx="13378914" cy="24664452"/>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15381808" y="9582375"/>
            <a:ext cx="13384170" cy="3993477"/>
          </a:xfrm>
        </p:spPr>
        <p:txBody>
          <a:bodyPr anchor="b"/>
          <a:lstStyle>
            <a:lvl1pPr marL="0" indent="0">
              <a:buNone/>
              <a:defRPr sz="11000" b="1"/>
            </a:lvl1pPr>
            <a:lvl2pPr marL="2088215" indent="0">
              <a:buNone/>
              <a:defRPr sz="9100" b="1"/>
            </a:lvl2pPr>
            <a:lvl3pPr marL="4176431" indent="0">
              <a:buNone/>
              <a:defRPr sz="8200" b="1"/>
            </a:lvl3pPr>
            <a:lvl4pPr marL="6264646" indent="0">
              <a:buNone/>
              <a:defRPr sz="7300" b="1"/>
            </a:lvl4pPr>
            <a:lvl5pPr marL="8352861" indent="0">
              <a:buNone/>
              <a:defRPr sz="7300" b="1"/>
            </a:lvl5pPr>
            <a:lvl6pPr marL="10441076" indent="0">
              <a:buNone/>
              <a:defRPr sz="7300" b="1"/>
            </a:lvl6pPr>
            <a:lvl7pPr marL="12529292" indent="0">
              <a:buNone/>
              <a:defRPr sz="7300" b="1"/>
            </a:lvl7pPr>
            <a:lvl8pPr marL="14617507" indent="0">
              <a:buNone/>
              <a:defRPr sz="7300" b="1"/>
            </a:lvl8pPr>
            <a:lvl9pPr marL="16705722" indent="0">
              <a:buNone/>
              <a:defRPr sz="7300" b="1"/>
            </a:lvl9pPr>
          </a:lstStyle>
          <a:p>
            <a:pPr lvl="0"/>
            <a:r>
              <a:rPr lang="en-US" smtClean="0"/>
              <a:t>Click to edit Master text styles</a:t>
            </a:r>
          </a:p>
        </p:txBody>
      </p:sp>
      <p:sp>
        <p:nvSpPr>
          <p:cNvPr id="6" name="Content Placeholder 5"/>
          <p:cNvSpPr>
            <a:spLocks noGrp="1"/>
          </p:cNvSpPr>
          <p:nvPr>
            <p:ph sz="quarter" idx="4"/>
          </p:nvPr>
        </p:nvSpPr>
        <p:spPr>
          <a:xfrm>
            <a:off x="15381808" y="13575852"/>
            <a:ext cx="13384170" cy="24664452"/>
          </a:xfrm>
        </p:spPr>
        <p:txBody>
          <a:bodyPr/>
          <a:lstStyle>
            <a:lvl1pPr>
              <a:defRPr sz="11000"/>
            </a:lvl1pPr>
            <a:lvl2pPr>
              <a:defRPr sz="9100"/>
            </a:lvl2pPr>
            <a:lvl3pPr>
              <a:defRPr sz="8200"/>
            </a:lvl3pPr>
            <a:lvl4pPr>
              <a:defRPr sz="7300"/>
            </a:lvl4pPr>
            <a:lvl5pPr>
              <a:defRPr sz="7300"/>
            </a:lvl5pPr>
            <a:lvl6pPr>
              <a:defRPr sz="7300"/>
            </a:lvl6pPr>
            <a:lvl7pPr>
              <a:defRPr sz="7300"/>
            </a:lvl7pPr>
            <a:lvl8pPr>
              <a:defRPr sz="7300"/>
            </a:lvl8pPr>
            <a:lvl9pPr>
              <a:defRPr sz="73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4583F6E-5B51-4E87-99FC-F761539B5FBE}" type="datetimeFigureOut">
              <a:rPr lang="en-US" smtClean="0"/>
              <a:pPr/>
              <a:t>9/28/2024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97C255-30AF-4C32-8706-14731E4841F9}"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4583F6E-5B51-4E87-99FC-F761539B5FBE}" type="datetimeFigureOut">
              <a:rPr lang="en-US" smtClean="0"/>
              <a:pPr/>
              <a:t>9/28/2024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97C255-30AF-4C32-8706-14731E4841F9}"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583F6E-5B51-4E87-99FC-F761539B5FBE}" type="datetimeFigureOut">
              <a:rPr lang="en-US" smtClean="0"/>
              <a:pPr/>
              <a:t>9/28/2024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97C255-30AF-4C32-8706-14731E4841F9}"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4000" y="1704413"/>
            <a:ext cx="9961903" cy="7253667"/>
          </a:xfrm>
        </p:spPr>
        <p:txBody>
          <a:bodyPr anchor="b"/>
          <a:lstStyle>
            <a:lvl1pPr algn="l">
              <a:defRPr sz="9100" b="1"/>
            </a:lvl1pPr>
          </a:lstStyle>
          <a:p>
            <a:r>
              <a:rPr lang="en-US" smtClean="0"/>
              <a:t>Click to edit Master title style</a:t>
            </a:r>
            <a:endParaRPr lang="en-US"/>
          </a:p>
        </p:txBody>
      </p:sp>
      <p:sp>
        <p:nvSpPr>
          <p:cNvPr id="3" name="Content Placeholder 2"/>
          <p:cNvSpPr>
            <a:spLocks noGrp="1"/>
          </p:cNvSpPr>
          <p:nvPr>
            <p:ph idx="1"/>
          </p:nvPr>
        </p:nvSpPr>
        <p:spPr>
          <a:xfrm>
            <a:off x="11838629" y="1704417"/>
            <a:ext cx="16927347" cy="36535890"/>
          </a:xfrm>
        </p:spPr>
        <p:txBody>
          <a:bodyPr/>
          <a:lstStyle>
            <a:lvl1pPr>
              <a:defRPr sz="14600"/>
            </a:lvl1pPr>
            <a:lvl2pPr>
              <a:defRPr sz="12800"/>
            </a:lvl2pPr>
            <a:lvl3pPr>
              <a:defRPr sz="11000"/>
            </a:lvl3pPr>
            <a:lvl4pPr>
              <a:defRPr sz="9100"/>
            </a:lvl4pPr>
            <a:lvl5pPr>
              <a:defRPr sz="9100"/>
            </a:lvl5pPr>
            <a:lvl6pPr>
              <a:defRPr sz="9100"/>
            </a:lvl6pPr>
            <a:lvl7pPr>
              <a:defRPr sz="9100"/>
            </a:lvl7pPr>
            <a:lvl8pPr>
              <a:defRPr sz="9100"/>
            </a:lvl8pPr>
            <a:lvl9pPr>
              <a:defRPr sz="91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1514000" y="8958084"/>
            <a:ext cx="9961903" cy="29282223"/>
          </a:xfrm>
        </p:spPr>
        <p:txBody>
          <a:bodyPr/>
          <a:lstStyle>
            <a:lvl1pPr marL="0" indent="0">
              <a:buNone/>
              <a:defRPr sz="6400"/>
            </a:lvl1pPr>
            <a:lvl2pPr marL="2088215" indent="0">
              <a:buNone/>
              <a:defRPr sz="5500"/>
            </a:lvl2pPr>
            <a:lvl3pPr marL="4176431" indent="0">
              <a:buNone/>
              <a:defRPr sz="4600"/>
            </a:lvl3pPr>
            <a:lvl4pPr marL="6264646" indent="0">
              <a:buNone/>
              <a:defRPr sz="4100"/>
            </a:lvl4pPr>
            <a:lvl5pPr marL="8352861" indent="0">
              <a:buNone/>
              <a:defRPr sz="4100"/>
            </a:lvl5pPr>
            <a:lvl6pPr marL="10441076" indent="0">
              <a:buNone/>
              <a:defRPr sz="4100"/>
            </a:lvl6pPr>
            <a:lvl7pPr marL="12529292" indent="0">
              <a:buNone/>
              <a:defRPr sz="4100"/>
            </a:lvl7pPr>
            <a:lvl8pPr marL="14617507" indent="0">
              <a:buNone/>
              <a:defRPr sz="4100"/>
            </a:lvl8pPr>
            <a:lvl9pPr marL="16705722" indent="0">
              <a:buNone/>
              <a:defRPr sz="41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583F6E-5B51-4E87-99FC-F761539B5FBE}" type="datetimeFigureOut">
              <a:rPr lang="en-US" smtClean="0"/>
              <a:pPr/>
              <a:t>9/28/2024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97C255-30AF-4C32-8706-14731E4841F9}"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5087" y="29965968"/>
            <a:ext cx="18167985" cy="3537652"/>
          </a:xfrm>
        </p:spPr>
        <p:txBody>
          <a:bodyPr anchor="b"/>
          <a:lstStyle>
            <a:lvl1pPr algn="l">
              <a:defRPr sz="9100" b="1"/>
            </a:lvl1pPr>
          </a:lstStyle>
          <a:p>
            <a:r>
              <a:rPr lang="en-US" smtClean="0"/>
              <a:t>Click to edit Master title style</a:t>
            </a:r>
            <a:endParaRPr lang="en-US"/>
          </a:p>
        </p:txBody>
      </p:sp>
      <p:sp>
        <p:nvSpPr>
          <p:cNvPr id="3" name="Picture Placeholder 2"/>
          <p:cNvSpPr>
            <a:spLocks noGrp="1"/>
          </p:cNvSpPr>
          <p:nvPr>
            <p:ph type="pic" idx="1"/>
          </p:nvPr>
        </p:nvSpPr>
        <p:spPr>
          <a:xfrm>
            <a:off x="5935087" y="3825021"/>
            <a:ext cx="18167985" cy="25685115"/>
          </a:xfrm>
        </p:spPr>
        <p:txBody>
          <a:bodyPr/>
          <a:lstStyle>
            <a:lvl1pPr marL="0" indent="0">
              <a:buNone/>
              <a:defRPr sz="14600"/>
            </a:lvl1pPr>
            <a:lvl2pPr marL="2088215" indent="0">
              <a:buNone/>
              <a:defRPr sz="12800"/>
            </a:lvl2pPr>
            <a:lvl3pPr marL="4176431" indent="0">
              <a:buNone/>
              <a:defRPr sz="11000"/>
            </a:lvl3pPr>
            <a:lvl4pPr marL="6264646" indent="0">
              <a:buNone/>
              <a:defRPr sz="9100"/>
            </a:lvl4pPr>
            <a:lvl5pPr marL="8352861" indent="0">
              <a:buNone/>
              <a:defRPr sz="9100"/>
            </a:lvl5pPr>
            <a:lvl6pPr marL="10441076" indent="0">
              <a:buNone/>
              <a:defRPr sz="9100"/>
            </a:lvl6pPr>
            <a:lvl7pPr marL="12529292" indent="0">
              <a:buNone/>
              <a:defRPr sz="9100"/>
            </a:lvl7pPr>
            <a:lvl8pPr marL="14617507" indent="0">
              <a:buNone/>
              <a:defRPr sz="9100"/>
            </a:lvl8pPr>
            <a:lvl9pPr marL="16705722" indent="0">
              <a:buNone/>
              <a:defRPr sz="9100"/>
            </a:lvl9pPr>
          </a:lstStyle>
          <a:p>
            <a:endParaRPr lang="en-US"/>
          </a:p>
        </p:txBody>
      </p:sp>
      <p:sp>
        <p:nvSpPr>
          <p:cNvPr id="4" name="Text Placeholder 3"/>
          <p:cNvSpPr>
            <a:spLocks noGrp="1"/>
          </p:cNvSpPr>
          <p:nvPr>
            <p:ph type="body" sz="half" idx="2"/>
          </p:nvPr>
        </p:nvSpPr>
        <p:spPr>
          <a:xfrm>
            <a:off x="5935087" y="33503620"/>
            <a:ext cx="18167985" cy="5024053"/>
          </a:xfrm>
        </p:spPr>
        <p:txBody>
          <a:bodyPr/>
          <a:lstStyle>
            <a:lvl1pPr marL="0" indent="0">
              <a:buNone/>
              <a:defRPr sz="6400"/>
            </a:lvl1pPr>
            <a:lvl2pPr marL="2088215" indent="0">
              <a:buNone/>
              <a:defRPr sz="5500"/>
            </a:lvl2pPr>
            <a:lvl3pPr marL="4176431" indent="0">
              <a:buNone/>
              <a:defRPr sz="4600"/>
            </a:lvl3pPr>
            <a:lvl4pPr marL="6264646" indent="0">
              <a:buNone/>
              <a:defRPr sz="4100"/>
            </a:lvl4pPr>
            <a:lvl5pPr marL="8352861" indent="0">
              <a:buNone/>
              <a:defRPr sz="4100"/>
            </a:lvl5pPr>
            <a:lvl6pPr marL="10441076" indent="0">
              <a:buNone/>
              <a:defRPr sz="4100"/>
            </a:lvl6pPr>
            <a:lvl7pPr marL="12529292" indent="0">
              <a:buNone/>
              <a:defRPr sz="4100"/>
            </a:lvl7pPr>
            <a:lvl8pPr marL="14617507" indent="0">
              <a:buNone/>
              <a:defRPr sz="4100"/>
            </a:lvl8pPr>
            <a:lvl9pPr marL="16705722" indent="0">
              <a:buNone/>
              <a:defRPr sz="41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4583F6E-5B51-4E87-99FC-F761539B5FBE}" type="datetimeFigureOut">
              <a:rPr lang="en-US" smtClean="0"/>
              <a:pPr/>
              <a:t>9/28/2024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97C255-30AF-4C32-8706-14731E4841F9}"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583F6E-5B51-4E87-99FC-F761539B5FBE}" type="datetimeFigureOut">
              <a:rPr lang="en-US" smtClean="0"/>
              <a:pPr/>
              <a:t>9/28/2024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97C255-30AF-4C32-8706-14731E4841F9}"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698227" y="10702131"/>
            <a:ext cx="22557528" cy="227995033"/>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5015123" y="10702131"/>
            <a:ext cx="67178439" cy="227995033"/>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4583F6E-5B51-4E87-99FC-F761539B5FBE}" type="datetimeFigureOut">
              <a:rPr lang="en-US" smtClean="0"/>
              <a:pPr/>
              <a:t>9/28/2024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97C255-30AF-4C32-8706-14731E4841F9}"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13999" y="1714326"/>
            <a:ext cx="27251978" cy="7134754"/>
          </a:xfrm>
          <a:prstGeom prst="rect">
            <a:avLst/>
          </a:prstGeom>
        </p:spPr>
        <p:txBody>
          <a:bodyPr vert="horz" lIns="417643" tIns="208822" rIns="417643" bIns="208822"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1513999" y="9988659"/>
            <a:ext cx="27251978" cy="28251648"/>
          </a:xfrm>
          <a:prstGeom prst="rect">
            <a:avLst/>
          </a:prstGeom>
        </p:spPr>
        <p:txBody>
          <a:bodyPr vert="horz" lIns="417643" tIns="208822" rIns="417643" bIns="208822"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1513999" y="39677164"/>
            <a:ext cx="7065328" cy="2279158"/>
          </a:xfrm>
          <a:prstGeom prst="rect">
            <a:avLst/>
          </a:prstGeom>
        </p:spPr>
        <p:txBody>
          <a:bodyPr vert="horz" lIns="417643" tIns="208822" rIns="417643" bIns="208822" rtlCol="0" anchor="ctr"/>
          <a:lstStyle>
            <a:lvl1pPr algn="l">
              <a:defRPr sz="5500">
                <a:solidFill>
                  <a:schemeClr val="tx1">
                    <a:tint val="75000"/>
                  </a:schemeClr>
                </a:solidFill>
              </a:defRPr>
            </a:lvl1pPr>
          </a:lstStyle>
          <a:p>
            <a:fld id="{54583F6E-5B51-4E87-99FC-F761539B5FBE}" type="datetimeFigureOut">
              <a:rPr lang="en-US" smtClean="0"/>
              <a:pPr/>
              <a:t>9/28/2024</a:t>
            </a:fld>
            <a:endParaRPr lang="en-US"/>
          </a:p>
        </p:txBody>
      </p:sp>
      <p:sp>
        <p:nvSpPr>
          <p:cNvPr id="5" name="Footer Placeholder 4"/>
          <p:cNvSpPr>
            <a:spLocks noGrp="1"/>
          </p:cNvSpPr>
          <p:nvPr>
            <p:ph type="ftr" sz="quarter" idx="3"/>
          </p:nvPr>
        </p:nvSpPr>
        <p:spPr>
          <a:xfrm>
            <a:off x="10345658" y="39677164"/>
            <a:ext cx="9588659" cy="2279158"/>
          </a:xfrm>
          <a:prstGeom prst="rect">
            <a:avLst/>
          </a:prstGeom>
        </p:spPr>
        <p:txBody>
          <a:bodyPr vert="horz" lIns="417643" tIns="208822" rIns="417643" bIns="208822" rtlCol="0" anchor="ctr"/>
          <a:lstStyle>
            <a:lvl1pPr algn="ctr">
              <a:defRPr sz="55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21700649" y="39677164"/>
            <a:ext cx="7065328" cy="2279158"/>
          </a:xfrm>
          <a:prstGeom prst="rect">
            <a:avLst/>
          </a:prstGeom>
        </p:spPr>
        <p:txBody>
          <a:bodyPr vert="horz" lIns="417643" tIns="208822" rIns="417643" bIns="208822" rtlCol="0" anchor="ctr"/>
          <a:lstStyle>
            <a:lvl1pPr algn="r">
              <a:defRPr sz="5500">
                <a:solidFill>
                  <a:schemeClr val="tx1">
                    <a:tint val="75000"/>
                  </a:schemeClr>
                </a:solidFill>
              </a:defRPr>
            </a:lvl1pPr>
          </a:lstStyle>
          <a:p>
            <a:fld id="{5C97C255-30AF-4C32-8706-14731E4841F9}"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176431" rtl="0" eaLnBrk="1" latinLnBrk="0" hangingPunct="1">
        <a:spcBef>
          <a:spcPct val="0"/>
        </a:spcBef>
        <a:buNone/>
        <a:defRPr sz="20100" kern="1200">
          <a:solidFill>
            <a:schemeClr val="tx1"/>
          </a:solidFill>
          <a:latin typeface="+mj-lt"/>
          <a:ea typeface="+mj-ea"/>
          <a:cs typeface="+mj-cs"/>
        </a:defRPr>
      </a:lvl1pPr>
    </p:titleStyle>
    <p:bodyStyle>
      <a:lvl1pPr marL="1566161" indent="-1566161" algn="l" defTabSz="4176431" rtl="0" eaLnBrk="1" latinLnBrk="0" hangingPunct="1">
        <a:spcBef>
          <a:spcPct val="20000"/>
        </a:spcBef>
        <a:buFont typeface="Arial" pitchFamily="34" charset="0"/>
        <a:buChar char="•"/>
        <a:defRPr sz="14600" kern="1200">
          <a:solidFill>
            <a:schemeClr val="tx1"/>
          </a:solidFill>
          <a:latin typeface="+mn-lt"/>
          <a:ea typeface="+mn-ea"/>
          <a:cs typeface="+mn-cs"/>
        </a:defRPr>
      </a:lvl1pPr>
      <a:lvl2pPr marL="3393350" indent="-1305135" algn="l" defTabSz="4176431" rtl="0" eaLnBrk="1" latinLnBrk="0" hangingPunct="1">
        <a:spcBef>
          <a:spcPct val="20000"/>
        </a:spcBef>
        <a:buFont typeface="Arial" pitchFamily="34" charset="0"/>
        <a:buChar char="–"/>
        <a:defRPr sz="12800" kern="1200">
          <a:solidFill>
            <a:schemeClr val="tx1"/>
          </a:solidFill>
          <a:latin typeface="+mn-lt"/>
          <a:ea typeface="+mn-ea"/>
          <a:cs typeface="+mn-cs"/>
        </a:defRPr>
      </a:lvl2pPr>
      <a:lvl3pPr marL="5220538" indent="-1044108" algn="l" defTabSz="4176431" rtl="0" eaLnBrk="1" latinLnBrk="0" hangingPunct="1">
        <a:spcBef>
          <a:spcPct val="20000"/>
        </a:spcBef>
        <a:buFont typeface="Arial" pitchFamily="34" charset="0"/>
        <a:buChar char="•"/>
        <a:defRPr sz="11000" kern="1200">
          <a:solidFill>
            <a:schemeClr val="tx1"/>
          </a:solidFill>
          <a:latin typeface="+mn-lt"/>
          <a:ea typeface="+mn-ea"/>
          <a:cs typeface="+mn-cs"/>
        </a:defRPr>
      </a:lvl3pPr>
      <a:lvl4pPr marL="7308753"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4pPr>
      <a:lvl5pPr marL="939696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5pPr>
      <a:lvl6pPr marL="11485184"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6pPr>
      <a:lvl7pPr marL="13573399"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7pPr>
      <a:lvl8pPr marL="15661615"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8pPr>
      <a:lvl9pPr marL="17749830" indent="-1044108" algn="l" defTabSz="4176431" rtl="0" eaLnBrk="1" latinLnBrk="0" hangingPunct="1">
        <a:spcBef>
          <a:spcPct val="20000"/>
        </a:spcBef>
        <a:buFont typeface="Arial" pitchFamily="34" charset="0"/>
        <a:buChar char="•"/>
        <a:defRPr sz="9100" kern="1200">
          <a:solidFill>
            <a:schemeClr val="tx1"/>
          </a:solidFill>
          <a:latin typeface="+mn-lt"/>
          <a:ea typeface="+mn-ea"/>
          <a:cs typeface="+mn-cs"/>
        </a:defRPr>
      </a:lvl9pPr>
    </p:bodyStyle>
    <p:otherStyle>
      <a:defPPr>
        <a:defRPr lang="en-US"/>
      </a:defPPr>
      <a:lvl1pPr marL="0" algn="l" defTabSz="4176431" rtl="0" eaLnBrk="1" latinLnBrk="0" hangingPunct="1">
        <a:defRPr sz="8200" kern="1200">
          <a:solidFill>
            <a:schemeClr val="tx1"/>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jpeg"/><Relationship Id="rId5" Type="http://schemas.openxmlformats.org/officeDocument/2006/relationships/image" Target="../media/image3.jpeg"/><Relationship Id="rId4" Type="http://schemas.openxmlformats.org/officeDocument/2006/relationships/image" Target="../media/image2.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5"/>
          <p:cNvSpPr>
            <a:spLocks noChangeArrowheads="1"/>
          </p:cNvSpPr>
          <p:nvPr/>
        </p:nvSpPr>
        <p:spPr bwMode="auto">
          <a:xfrm>
            <a:off x="594371" y="2394150"/>
            <a:ext cx="29213175" cy="5020500"/>
          </a:xfrm>
          <a:prstGeom prst="rect">
            <a:avLst/>
          </a:prstGeom>
          <a:noFill/>
          <a:ln w="9525">
            <a:noFill/>
            <a:miter lim="800000"/>
            <a:headEnd/>
            <a:tailEnd/>
          </a:ln>
        </p:spPr>
        <p:txBody>
          <a:bodyPr lIns="74838" tIns="37413" rIns="74838" bIns="37413">
            <a:spAutoFit/>
          </a:bodyPr>
          <a:lstStyle/>
          <a:p>
            <a:pPr algn="ctr"/>
            <a:r>
              <a:rPr lang="en-US" sz="6600" b="1" dirty="0" smtClean="0"/>
              <a:t>IOT Based Dynamic Traffic Management </a:t>
            </a:r>
            <a:r>
              <a:rPr lang="en-US" sz="6600" b="1" dirty="0" smtClean="0"/>
              <a:t>System</a:t>
            </a:r>
            <a:endParaRPr lang="en-US" sz="6600" dirty="0" smtClean="0"/>
          </a:p>
          <a:p>
            <a:pPr algn="ctr" defTabSz="749300"/>
            <a:endParaRPr lang="en-US" sz="4400" b="1" dirty="0" smtClean="0"/>
          </a:p>
          <a:p>
            <a:pPr algn="ctr" defTabSz="749300"/>
            <a:r>
              <a:rPr lang="en-US" sz="4400" b="1" dirty="0" smtClean="0"/>
              <a:t>P.JAYASUTHA </a:t>
            </a:r>
            <a:r>
              <a:rPr lang="en-US" sz="4400" b="1" baseline="30000" dirty="0" smtClean="0"/>
              <a:t>1</a:t>
            </a:r>
            <a:r>
              <a:rPr lang="en-US" sz="4400" b="1" dirty="0" smtClean="0"/>
              <a:t>, K AKSHAYA </a:t>
            </a:r>
            <a:r>
              <a:rPr lang="en-US" sz="4400" b="1" baseline="30000" dirty="0" smtClean="0"/>
              <a:t>2</a:t>
            </a:r>
            <a:r>
              <a:rPr lang="en-US" sz="4400" b="1" dirty="0" smtClean="0"/>
              <a:t>, M KAVYA </a:t>
            </a:r>
            <a:r>
              <a:rPr lang="en-US" sz="4400" b="1" baseline="30000" dirty="0" smtClean="0"/>
              <a:t>3</a:t>
            </a:r>
            <a:r>
              <a:rPr lang="en-US" sz="4400" b="1" dirty="0" smtClean="0"/>
              <a:t>, A KAVYA </a:t>
            </a:r>
            <a:r>
              <a:rPr lang="en-US" sz="4400" b="1" baseline="30000" dirty="0" smtClean="0"/>
              <a:t>4</a:t>
            </a:r>
            <a:endParaRPr lang="en-US" sz="4400" dirty="0" smtClean="0"/>
          </a:p>
          <a:p>
            <a:pPr algn="ctr" defTabSz="749300"/>
            <a:endParaRPr lang="en-US" altLang="fr-FR" sz="4100" b="1" baseline="30000" dirty="0" smtClean="0">
              <a:latin typeface="Arial" pitchFamily="34" charset="0"/>
            </a:endParaRPr>
          </a:p>
          <a:p>
            <a:pPr algn="ctr" defTabSz="749300"/>
            <a:r>
              <a:rPr lang="en-US" altLang="fr-FR" sz="2800" b="1" baseline="30000" dirty="0" smtClean="0">
                <a:latin typeface="Arial" pitchFamily="34" charset="0"/>
              </a:rPr>
              <a:t>1 </a:t>
            </a:r>
            <a:r>
              <a:rPr lang="en-US" altLang="fr-FR" sz="2800" b="1" dirty="0" smtClean="0">
                <a:latin typeface="Arial" pitchFamily="34" charset="0"/>
              </a:rPr>
              <a:t>Assistant Professor, </a:t>
            </a:r>
            <a:r>
              <a:rPr lang="en-US" altLang="fr-FR" sz="2800" b="1" dirty="0" smtClean="0">
                <a:latin typeface="Arial" pitchFamily="34" charset="0"/>
              </a:rPr>
              <a:t>Computer Science and </a:t>
            </a:r>
            <a:r>
              <a:rPr lang="en-US" altLang="fr-FR" sz="2800" b="1" dirty="0" smtClean="0">
                <a:latin typeface="Arial" pitchFamily="34" charset="0"/>
              </a:rPr>
              <a:t>Engineering, </a:t>
            </a:r>
            <a:r>
              <a:rPr lang="en-US" altLang="fr-FR" sz="2800" b="1" dirty="0" err="1" smtClean="0">
                <a:latin typeface="Arial" pitchFamily="34" charset="0"/>
              </a:rPr>
              <a:t>Mahendra</a:t>
            </a:r>
            <a:r>
              <a:rPr lang="en-US" altLang="fr-FR" sz="2800" b="1" dirty="0" smtClean="0">
                <a:latin typeface="Arial" pitchFamily="34" charset="0"/>
              </a:rPr>
              <a:t> Institute of Technology (Autonomous), </a:t>
            </a:r>
            <a:r>
              <a:rPr lang="en-US" altLang="fr-FR" sz="2800" b="1" dirty="0" err="1" smtClean="0">
                <a:latin typeface="Arial" pitchFamily="34" charset="0"/>
              </a:rPr>
              <a:t>Namakkal</a:t>
            </a:r>
            <a:r>
              <a:rPr lang="en-US" altLang="fr-FR" sz="2800" b="1" dirty="0" smtClean="0">
                <a:latin typeface="Arial" pitchFamily="34" charset="0"/>
              </a:rPr>
              <a:t> District, Tamilnadu-637503, India. </a:t>
            </a:r>
            <a:r>
              <a:rPr lang="en-US" sz="2800" b="1" dirty="0" smtClean="0">
                <a:latin typeface="Arial" pitchFamily="34" charset="0"/>
                <a:cs typeface="Arial" pitchFamily="34" charset="0"/>
              </a:rPr>
              <a:t>jayasuthap96@gmail.com</a:t>
            </a:r>
            <a:endParaRPr lang="en-US" altLang="fr-FR" sz="2800" b="1" dirty="0" smtClean="0">
              <a:latin typeface="Arial" pitchFamily="34" charset="0"/>
              <a:cs typeface="Arial" pitchFamily="34" charset="0"/>
            </a:endParaRPr>
          </a:p>
          <a:p>
            <a:pPr algn="ctr" defTabSz="749300"/>
            <a:r>
              <a:rPr lang="en-US" altLang="fr-FR" sz="2800" b="1" baseline="30000" dirty="0" smtClean="0">
                <a:latin typeface="Arial" pitchFamily="34" charset="0"/>
              </a:rPr>
              <a:t>2-4</a:t>
            </a:r>
            <a:r>
              <a:rPr lang="en-US" altLang="fr-FR" sz="2800" b="1" dirty="0" smtClean="0">
                <a:latin typeface="Arial" pitchFamily="34" charset="0"/>
              </a:rPr>
              <a:t> Student</a:t>
            </a:r>
            <a:r>
              <a:rPr lang="en-US" altLang="fr-FR" sz="2800" b="1" dirty="0" smtClean="0">
                <a:latin typeface="Arial" pitchFamily="34" charset="0"/>
              </a:rPr>
              <a:t>, </a:t>
            </a:r>
            <a:r>
              <a:rPr lang="en-US" sz="2800" b="1" dirty="0" smtClean="0">
                <a:latin typeface="Arial" pitchFamily="34" charset="0"/>
                <a:cs typeface="Arial" pitchFamily="34" charset="0"/>
              </a:rPr>
              <a:t>Department of Computer Science and Engineering</a:t>
            </a:r>
            <a:r>
              <a:rPr lang="en-US" altLang="fr-FR" sz="2800" b="1" dirty="0" smtClean="0">
                <a:latin typeface="Arial" pitchFamily="34" charset="0"/>
              </a:rPr>
              <a:t>, </a:t>
            </a:r>
            <a:r>
              <a:rPr lang="en-US" altLang="fr-FR" sz="2800" b="1" dirty="0" err="1" smtClean="0">
                <a:latin typeface="Arial" pitchFamily="34" charset="0"/>
              </a:rPr>
              <a:t>Mahendra</a:t>
            </a:r>
            <a:r>
              <a:rPr lang="en-US" altLang="fr-FR" sz="2800" b="1" dirty="0" smtClean="0">
                <a:latin typeface="Arial" pitchFamily="34" charset="0"/>
              </a:rPr>
              <a:t> Institute of Technology  (Autonomous), </a:t>
            </a:r>
            <a:r>
              <a:rPr lang="en-US" altLang="fr-FR" sz="2800" b="1" dirty="0" err="1" smtClean="0">
                <a:latin typeface="Arial" pitchFamily="34" charset="0"/>
              </a:rPr>
              <a:t>Namakkal</a:t>
            </a:r>
            <a:r>
              <a:rPr lang="en-US" altLang="fr-FR" sz="2800" b="1" dirty="0" smtClean="0">
                <a:latin typeface="Arial" pitchFamily="34" charset="0"/>
              </a:rPr>
              <a:t> District, Tamil Nadu, India – 637503</a:t>
            </a:r>
          </a:p>
          <a:p>
            <a:pPr algn="ctr" defTabSz="749300"/>
            <a:r>
              <a:rPr lang="en-US" altLang="fr-FR" sz="2800" b="1" dirty="0" smtClean="0">
                <a:latin typeface="Arial" pitchFamily="34" charset="0"/>
              </a:rPr>
              <a:t>*Corresponding Author: </a:t>
            </a:r>
            <a:r>
              <a:rPr lang="en-US" altLang="fr-FR" sz="2800" b="1" dirty="0" smtClean="0">
                <a:latin typeface="Arial" pitchFamily="34" charset="0"/>
              </a:rPr>
              <a:t>Assistant Professor</a:t>
            </a:r>
            <a:r>
              <a:rPr lang="en-US" altLang="fr-FR" sz="2800" b="1" dirty="0" smtClean="0">
                <a:latin typeface="Arial" pitchFamily="34" charset="0"/>
              </a:rPr>
              <a:t>, </a:t>
            </a:r>
            <a:r>
              <a:rPr lang="en-US" altLang="fr-FR" sz="2800" b="1" dirty="0" smtClean="0">
                <a:latin typeface="Arial" pitchFamily="34" charset="0"/>
              </a:rPr>
              <a:t>Computer Science and Engineering, </a:t>
            </a:r>
            <a:r>
              <a:rPr lang="en-US" altLang="fr-FR" sz="2800" b="1" dirty="0" err="1" smtClean="0">
                <a:latin typeface="Arial" pitchFamily="34" charset="0"/>
              </a:rPr>
              <a:t>Mahendra</a:t>
            </a:r>
            <a:r>
              <a:rPr lang="en-US" altLang="fr-FR" sz="2800" b="1" dirty="0" smtClean="0">
                <a:latin typeface="Arial" pitchFamily="34" charset="0"/>
              </a:rPr>
              <a:t> Institute of Technology, </a:t>
            </a:r>
            <a:r>
              <a:rPr lang="en-US" altLang="fr-FR" sz="2800" b="1" dirty="0" err="1" smtClean="0">
                <a:latin typeface="Arial" pitchFamily="34" charset="0"/>
              </a:rPr>
              <a:t>Namakkal</a:t>
            </a:r>
            <a:r>
              <a:rPr lang="en-US" altLang="fr-FR" sz="2800" b="1" dirty="0" smtClean="0">
                <a:latin typeface="Arial" pitchFamily="34" charset="0"/>
              </a:rPr>
              <a:t> District, Tamilnadu-637 503, India. </a:t>
            </a:r>
            <a:r>
              <a:rPr lang="en-US" sz="2800" b="1" dirty="0" smtClean="0">
                <a:latin typeface="Arial" pitchFamily="34" charset="0"/>
                <a:cs typeface="Arial" pitchFamily="34" charset="0"/>
              </a:rPr>
              <a:t>jayasuthap96@gmail.com</a:t>
            </a:r>
            <a:endParaRPr lang="en-US" altLang="fr-FR" sz="2800" b="1" dirty="0">
              <a:latin typeface="Arial" pitchFamily="34" charset="0"/>
            </a:endParaRPr>
          </a:p>
        </p:txBody>
      </p:sp>
      <p:sp>
        <p:nvSpPr>
          <p:cNvPr id="5" name="Text Box 471"/>
          <p:cNvSpPr txBox="1">
            <a:spLocks noChangeArrowheads="1"/>
          </p:cNvSpPr>
          <p:nvPr/>
        </p:nvSpPr>
        <p:spPr bwMode="auto">
          <a:xfrm>
            <a:off x="646113" y="8058060"/>
            <a:ext cx="9321800" cy="630238"/>
          </a:xfrm>
          <a:prstGeom prst="rect">
            <a:avLst/>
          </a:prstGeom>
          <a:solidFill>
            <a:schemeClr val="tx1"/>
          </a:solidFill>
          <a:ln w="9525">
            <a:noFill/>
            <a:miter lim="800000"/>
            <a:headEnd/>
            <a:tailEnd/>
          </a:ln>
        </p:spPr>
        <p:txBody>
          <a:bodyPr lIns="74857" tIns="37421" rIns="74857" bIns="37421">
            <a:spAutoFit/>
          </a:bodyPr>
          <a:lstStyle/>
          <a:p>
            <a:pPr algn="ctr" defTabSz="749300">
              <a:spcBef>
                <a:spcPct val="50000"/>
              </a:spcBef>
            </a:pPr>
            <a:r>
              <a:rPr lang="en-US" altLang="fr-FR" sz="3600" b="1" dirty="0">
                <a:solidFill>
                  <a:schemeClr val="bg1"/>
                </a:solidFill>
              </a:rPr>
              <a:t>Introduction</a:t>
            </a:r>
          </a:p>
        </p:txBody>
      </p:sp>
      <p:sp>
        <p:nvSpPr>
          <p:cNvPr id="6" name="Text Box 472"/>
          <p:cNvSpPr txBox="1">
            <a:spLocks noChangeArrowheads="1"/>
          </p:cNvSpPr>
          <p:nvPr/>
        </p:nvSpPr>
        <p:spPr bwMode="auto">
          <a:xfrm>
            <a:off x="650875" y="8624464"/>
            <a:ext cx="9317038" cy="20455014"/>
          </a:xfrm>
          <a:prstGeom prst="rect">
            <a:avLst/>
          </a:prstGeom>
          <a:noFill/>
          <a:ln w="9525">
            <a:noFill/>
            <a:miter lim="800000"/>
            <a:headEnd/>
            <a:tailEnd/>
          </a:ln>
        </p:spPr>
        <p:txBody>
          <a:bodyPr wrap="square" lIns="374995" tIns="374995" rIns="374995" bIns="374995">
            <a:spAutoFit/>
          </a:bodyPr>
          <a:lstStyle/>
          <a:p>
            <a:pPr algn="just" defTabSz="3600450"/>
            <a:r>
              <a:rPr lang="en-US" sz="3200" dirty="0" smtClean="0">
                <a:solidFill>
                  <a:schemeClr val="accent1">
                    <a:lumMod val="75000"/>
                  </a:schemeClr>
                </a:solidFill>
              </a:rPr>
              <a:t>Traffic due to automobiles is a major problem in many urban places In India as well as in other countries. Malfunctioning of the traffic lights and Various other </a:t>
            </a:r>
            <a:r>
              <a:rPr lang="en-US" sz="3200" dirty="0" err="1" smtClean="0">
                <a:solidFill>
                  <a:schemeClr val="accent1">
                    <a:lumMod val="75000"/>
                  </a:schemeClr>
                </a:solidFill>
              </a:rPr>
              <a:t>dysfunctionalities</a:t>
            </a:r>
            <a:r>
              <a:rPr lang="en-US" sz="3200" dirty="0" smtClean="0">
                <a:solidFill>
                  <a:schemeClr val="accent1">
                    <a:lumMod val="75000"/>
                  </a:schemeClr>
                </a:solidFill>
              </a:rPr>
              <a:t> has led to traffic congestion which hurts the Economy, environment, and overall quality of life. Hence it is very important </a:t>
            </a:r>
            <a:r>
              <a:rPr lang="en-US" sz="3200" dirty="0" err="1" smtClean="0">
                <a:solidFill>
                  <a:schemeClr val="accent1">
                    <a:lumMod val="75000"/>
                  </a:schemeClr>
                </a:solidFill>
              </a:rPr>
              <a:t>Tomanage</a:t>
            </a:r>
            <a:r>
              <a:rPr lang="en-US" sz="3200" dirty="0" smtClean="0">
                <a:solidFill>
                  <a:schemeClr val="accent1">
                    <a:lumMod val="75000"/>
                  </a:schemeClr>
                </a:solidFill>
              </a:rPr>
              <a:t> the traffic congestion problem effectively. In this paper, a prototype Is proposed for a traffic management system using IR sensors, </a:t>
            </a:r>
            <a:r>
              <a:rPr lang="en-US" sz="3200" dirty="0" err="1" smtClean="0">
                <a:solidFill>
                  <a:schemeClr val="accent1">
                    <a:lumMod val="75000"/>
                  </a:schemeClr>
                </a:solidFill>
              </a:rPr>
              <a:t>Arduino</a:t>
            </a:r>
            <a:r>
              <a:rPr lang="en-US" sz="3200" dirty="0" smtClean="0">
                <a:solidFill>
                  <a:schemeClr val="accent1">
                    <a:lumMod val="75000"/>
                  </a:schemeClr>
                </a:solidFill>
              </a:rPr>
              <a:t>, serial </a:t>
            </a:r>
            <a:r>
              <a:rPr lang="en-US" sz="3200" dirty="0" err="1" smtClean="0">
                <a:solidFill>
                  <a:schemeClr val="accent1">
                    <a:lumMod val="75000"/>
                  </a:schemeClr>
                </a:solidFill>
              </a:rPr>
              <a:t>Tothe</a:t>
            </a:r>
            <a:r>
              <a:rPr lang="en-US" sz="3200" dirty="0" smtClean="0">
                <a:solidFill>
                  <a:schemeClr val="accent1">
                    <a:lumMod val="75000"/>
                  </a:schemeClr>
                </a:solidFill>
              </a:rPr>
              <a:t> parallel shift register, and LED displays. The density of the traffic is Measured by placing the IR sensors at the 4lane junction after a certain Distance. The data collected from sensors is used to dynamically change the Sequence of green lights as well as to dynamically change the green light Delays. The proposed road traffic management system is implemented in the Proteus software. For high traffic zone, a higher green light delay is given Whereas for low density zone, the duration of the green light delay is reduced. The system is also designed in such a way as to give preference to the lanes Which have no vehicles/very few vehicles by providing the least green light Delays</a:t>
            </a:r>
            <a:r>
              <a:rPr lang="en-US" sz="3200" dirty="0" smtClean="0">
                <a:solidFill>
                  <a:schemeClr val="accent1">
                    <a:lumMod val="75000"/>
                  </a:schemeClr>
                </a:solidFill>
                <a:latin typeface="Arial" pitchFamily="34" charset="0"/>
                <a:cs typeface="Arial" pitchFamily="34" charset="0"/>
              </a:rPr>
              <a:t>.</a:t>
            </a:r>
            <a:r>
              <a:rPr lang="en-US" sz="3200" b="1" dirty="0" smtClean="0">
                <a:latin typeface="Arial" pitchFamily="34" charset="0"/>
                <a:cs typeface="Arial" pitchFamily="34" charset="0"/>
              </a:rPr>
              <a:t> </a:t>
            </a:r>
            <a:r>
              <a:rPr lang="en-US" sz="3200" dirty="0" smtClean="0">
                <a:solidFill>
                  <a:schemeClr val="accent1">
                    <a:lumMod val="75000"/>
                  </a:schemeClr>
                </a:solidFill>
                <a:cs typeface="Arial" pitchFamily="34" charset="0"/>
              </a:rPr>
              <a:t>Nowadays congestion in traffic is a serious issue. The traffic congestion can also be caused by large Red light delays. The delay of respective light is hard coded in the traffic light and it is not dependent on Traffic. So, a prototype in which delay of signal lights is dependent on traffic is needed. Internet of Things Plays an important role in this aspect. Sensors can be placed to collect traffic data with </a:t>
            </a:r>
            <a:r>
              <a:rPr lang="en-US" sz="3200" dirty="0" err="1" smtClean="0">
                <a:solidFill>
                  <a:schemeClr val="accent1">
                    <a:lumMod val="75000"/>
                  </a:schemeClr>
                </a:solidFill>
                <a:cs typeface="Arial" pitchFamily="34" charset="0"/>
              </a:rPr>
              <a:t>Arduino</a:t>
            </a:r>
            <a:r>
              <a:rPr lang="en-US" sz="3200" dirty="0" smtClean="0">
                <a:solidFill>
                  <a:schemeClr val="accent1">
                    <a:lumMod val="75000"/>
                  </a:schemeClr>
                </a:solidFill>
                <a:cs typeface="Arial" pitchFamily="34" charset="0"/>
              </a:rPr>
              <a:t> as main Microcontroller. There are few systems exist in literature to effectively manage the traffic.</a:t>
            </a:r>
            <a:r>
              <a:rPr lang="en-US" sz="3200" b="1" dirty="0" smtClean="0"/>
              <a:t> </a:t>
            </a:r>
            <a:r>
              <a:rPr lang="en-US" sz="3200" dirty="0" err="1" smtClean="0">
                <a:solidFill>
                  <a:schemeClr val="accent1">
                    <a:lumMod val="75000"/>
                  </a:schemeClr>
                </a:solidFill>
              </a:rPr>
              <a:t>Arduino</a:t>
            </a:r>
            <a:r>
              <a:rPr lang="en-US" sz="3200" dirty="0" smtClean="0">
                <a:solidFill>
                  <a:schemeClr val="accent1">
                    <a:lumMod val="75000"/>
                  </a:schemeClr>
                </a:solidFill>
              </a:rPr>
              <a:t> is an open </a:t>
            </a:r>
            <a:r>
              <a:rPr lang="en-US" sz="3200" dirty="0" err="1" smtClean="0">
                <a:solidFill>
                  <a:schemeClr val="accent1">
                    <a:lumMod val="75000"/>
                  </a:schemeClr>
                </a:solidFill>
              </a:rPr>
              <a:t>sourcethat</a:t>
            </a:r>
            <a:r>
              <a:rPr lang="en-US" sz="3200" dirty="0" smtClean="0">
                <a:solidFill>
                  <a:schemeClr val="accent1">
                    <a:lumMod val="75000"/>
                  </a:schemeClr>
                </a:solidFill>
              </a:rPr>
              <a:t> has developed microcontroller-based kits for building digital devices and interactive objects That can detect and physical  IR system is when a vehicle passes the Road between the IR transmitter and the IR receiver.</a:t>
            </a:r>
            <a:endParaRPr lang="en-US" sz="3200" dirty="0" smtClean="0">
              <a:solidFill>
                <a:schemeClr val="accent1">
                  <a:lumMod val="75000"/>
                </a:schemeClr>
              </a:solidFill>
              <a:cs typeface="Arial" pitchFamily="34" charset="0"/>
            </a:endParaRPr>
          </a:p>
          <a:p>
            <a:pPr algn="just" defTabSz="3600450"/>
            <a:endParaRPr lang="en-US" altLang="fr-FR" sz="3200" dirty="0">
              <a:solidFill>
                <a:schemeClr val="accent1">
                  <a:lumMod val="75000"/>
                </a:schemeClr>
              </a:solidFill>
            </a:endParaRPr>
          </a:p>
        </p:txBody>
      </p:sp>
      <p:sp>
        <p:nvSpPr>
          <p:cNvPr id="15" name="Text Box 489"/>
          <p:cNvSpPr txBox="1">
            <a:spLocks noChangeArrowheads="1"/>
          </p:cNvSpPr>
          <p:nvPr/>
        </p:nvSpPr>
        <p:spPr bwMode="auto">
          <a:xfrm>
            <a:off x="8713788" y="28592463"/>
            <a:ext cx="152400" cy="552450"/>
          </a:xfrm>
          <a:prstGeom prst="rect">
            <a:avLst/>
          </a:prstGeom>
          <a:noFill/>
          <a:ln w="9525">
            <a:noFill/>
            <a:miter lim="800000"/>
            <a:headEnd/>
            <a:tailEnd/>
          </a:ln>
        </p:spPr>
        <p:txBody>
          <a:bodyPr lIns="0" tIns="0" rIns="0" bIns="0">
            <a:spAutoFit/>
          </a:bodyPr>
          <a:lstStyle/>
          <a:p>
            <a:pPr defTabSz="3600450" eaLnBrk="1" hangingPunct="1">
              <a:spcBef>
                <a:spcPct val="50000"/>
              </a:spcBef>
            </a:pPr>
            <a:r>
              <a:rPr lang="en-US" altLang="fr-FR" sz="900">
                <a:solidFill>
                  <a:srgbClr val="009900"/>
                </a:solidFill>
              </a:rPr>
              <a:t>A</a:t>
            </a:r>
          </a:p>
          <a:p>
            <a:pPr defTabSz="3600450" eaLnBrk="1" hangingPunct="1">
              <a:spcBef>
                <a:spcPct val="50000"/>
              </a:spcBef>
            </a:pPr>
            <a:endParaRPr lang="en-US" altLang="fr-FR" sz="900">
              <a:solidFill>
                <a:srgbClr val="009900"/>
              </a:solidFill>
            </a:endParaRPr>
          </a:p>
          <a:p>
            <a:pPr defTabSz="3600450" eaLnBrk="1" hangingPunct="1">
              <a:spcBef>
                <a:spcPct val="50000"/>
              </a:spcBef>
            </a:pPr>
            <a:r>
              <a:rPr lang="en-US" altLang="fr-FR" sz="900">
                <a:solidFill>
                  <a:srgbClr val="009900"/>
                </a:solidFill>
              </a:rPr>
              <a:t>B</a:t>
            </a:r>
          </a:p>
        </p:txBody>
      </p:sp>
      <p:sp>
        <p:nvSpPr>
          <p:cNvPr id="16" name="Text Box 490"/>
          <p:cNvSpPr txBox="1">
            <a:spLocks noChangeArrowheads="1"/>
          </p:cNvSpPr>
          <p:nvPr/>
        </p:nvSpPr>
        <p:spPr bwMode="auto">
          <a:xfrm>
            <a:off x="638073" y="28119434"/>
            <a:ext cx="9315450" cy="629571"/>
          </a:xfrm>
          <a:prstGeom prst="rect">
            <a:avLst/>
          </a:prstGeom>
          <a:solidFill>
            <a:schemeClr val="tx1"/>
          </a:solidFill>
          <a:ln w="9525">
            <a:noFill/>
            <a:miter lim="800000"/>
            <a:headEnd/>
            <a:tailEnd/>
          </a:ln>
        </p:spPr>
        <p:txBody>
          <a:bodyPr lIns="74857" tIns="37421" rIns="74857" bIns="37421">
            <a:spAutoFit/>
          </a:bodyPr>
          <a:lstStyle/>
          <a:p>
            <a:pPr algn="ctr" defTabSz="749300">
              <a:spcBef>
                <a:spcPct val="50000"/>
              </a:spcBef>
            </a:pPr>
            <a:r>
              <a:rPr lang="en-US" altLang="fr-FR" sz="3600" b="1" dirty="0" smtClean="0">
                <a:solidFill>
                  <a:srgbClr val="F8F8F8"/>
                </a:solidFill>
              </a:rPr>
              <a:t>Methodology</a:t>
            </a:r>
            <a:endParaRPr lang="en-US" altLang="fr-FR" sz="3600" b="1" dirty="0" smtClean="0">
              <a:solidFill>
                <a:srgbClr val="F8F8F8"/>
              </a:solidFill>
            </a:endParaRPr>
          </a:p>
        </p:txBody>
      </p:sp>
      <p:sp>
        <p:nvSpPr>
          <p:cNvPr id="17" name="Text Box 491"/>
          <p:cNvSpPr txBox="1">
            <a:spLocks noChangeArrowheads="1"/>
          </p:cNvSpPr>
          <p:nvPr/>
        </p:nvSpPr>
        <p:spPr bwMode="auto">
          <a:xfrm>
            <a:off x="646113" y="28548062"/>
            <a:ext cx="9315450" cy="14053262"/>
          </a:xfrm>
          <a:prstGeom prst="rect">
            <a:avLst/>
          </a:prstGeom>
          <a:noFill/>
          <a:ln w="9525">
            <a:noFill/>
            <a:miter lim="800000"/>
            <a:headEnd/>
            <a:tailEnd/>
          </a:ln>
        </p:spPr>
        <p:txBody>
          <a:bodyPr wrap="square" lIns="374995" tIns="374995" rIns="374995" bIns="374995">
            <a:spAutoFit/>
          </a:bodyPr>
          <a:lstStyle/>
          <a:p>
            <a:pPr lvl="0" algn="just"/>
            <a:r>
              <a:rPr lang="en-US" sz="3200" b="1" dirty="0" smtClean="0">
                <a:solidFill>
                  <a:schemeClr val="accent1">
                    <a:lumMod val="75000"/>
                  </a:schemeClr>
                </a:solidFill>
              </a:rPr>
              <a:t>Working</a:t>
            </a:r>
            <a:endParaRPr lang="en-US" sz="3200" dirty="0" smtClean="0">
              <a:solidFill>
                <a:schemeClr val="accent1">
                  <a:lumMod val="75000"/>
                </a:schemeClr>
              </a:solidFill>
            </a:endParaRPr>
          </a:p>
          <a:p>
            <a:pPr algn="just"/>
            <a:r>
              <a:rPr lang="en-US" sz="3200" dirty="0" smtClean="0">
                <a:solidFill>
                  <a:schemeClr val="accent1">
                    <a:lumMod val="75000"/>
                  </a:schemeClr>
                </a:solidFill>
              </a:rPr>
              <a:t>Adaptive traffic management system that we need to implement is very large. So, we developed a prototype model which works as per the current density of vehicles at the intersection and will vary its time interval with varying </a:t>
            </a:r>
            <a:r>
              <a:rPr lang="en-US" sz="3200" dirty="0" smtClean="0">
                <a:solidFill>
                  <a:schemeClr val="accent1">
                    <a:lumMod val="75000"/>
                  </a:schemeClr>
                </a:solidFill>
              </a:rPr>
              <a:t>traffic </a:t>
            </a:r>
            <a:r>
              <a:rPr lang="en-US" sz="3200" dirty="0" err="1" smtClean="0">
                <a:solidFill>
                  <a:schemeClr val="accent1">
                    <a:lumMod val="75000"/>
                  </a:schemeClr>
                </a:solidFill>
              </a:rPr>
              <a:t>condition.In</a:t>
            </a:r>
            <a:r>
              <a:rPr lang="en-US" sz="3200" dirty="0" smtClean="0">
                <a:solidFill>
                  <a:schemeClr val="accent1">
                    <a:lumMod val="75000"/>
                  </a:schemeClr>
                </a:solidFill>
              </a:rPr>
              <a:t> this proposed system, the aim is to achieve low average waiting time or low traffic congestion. The priority will be given depending on the present situation. There are three main parts of the system which are as follows:</a:t>
            </a:r>
            <a:endParaRPr lang="en-US" sz="3200" dirty="0" smtClean="0">
              <a:solidFill>
                <a:schemeClr val="accent1">
                  <a:lumMod val="75000"/>
                </a:schemeClr>
              </a:solidFill>
            </a:endParaRPr>
          </a:p>
          <a:p>
            <a:pPr algn="just"/>
            <a:r>
              <a:rPr lang="en-US" sz="3200" dirty="0" smtClean="0">
                <a:solidFill>
                  <a:schemeClr val="accent1">
                    <a:lumMod val="75000"/>
                  </a:schemeClr>
                </a:solidFill>
              </a:rPr>
              <a:t> </a:t>
            </a:r>
            <a:r>
              <a:rPr lang="en-US" sz="3200" b="1" dirty="0" smtClean="0">
                <a:solidFill>
                  <a:schemeClr val="accent1">
                    <a:lumMod val="75000"/>
                  </a:schemeClr>
                </a:solidFill>
              </a:rPr>
              <a:t>Detection of vehicles</a:t>
            </a:r>
            <a:endParaRPr lang="en-US" sz="3200" dirty="0" smtClean="0">
              <a:solidFill>
                <a:schemeClr val="accent1">
                  <a:lumMod val="75000"/>
                </a:schemeClr>
              </a:solidFill>
            </a:endParaRPr>
          </a:p>
          <a:p>
            <a:pPr algn="just"/>
            <a:r>
              <a:rPr lang="en-US" sz="3200" dirty="0" smtClean="0">
                <a:solidFill>
                  <a:schemeClr val="accent1">
                    <a:lumMod val="75000"/>
                  </a:schemeClr>
                </a:solidFill>
              </a:rPr>
              <a:t>Camera </a:t>
            </a:r>
            <a:r>
              <a:rPr lang="en-US" sz="3200" dirty="0" smtClean="0">
                <a:solidFill>
                  <a:schemeClr val="accent1">
                    <a:lumMod val="75000"/>
                  </a:schemeClr>
                </a:solidFill>
              </a:rPr>
              <a:t>sensors are used to take live stream of traffic to measure density of vehicles. The cameras are mounted at four directions that is north, South, East and west. Camera communicated with raspberry pi using USB port. Camera continuously monitors traffic and detect the vehicles. The vehicle detection is done by using image processing. Code for image processing is written in python</a:t>
            </a:r>
            <a:r>
              <a:rPr lang="en-US" sz="3200" dirty="0" smtClean="0"/>
              <a:t>.</a:t>
            </a:r>
          </a:p>
          <a:p>
            <a:pPr lvl="0" algn="just"/>
            <a:r>
              <a:rPr lang="en-US" sz="3200" b="1" dirty="0" smtClean="0">
                <a:solidFill>
                  <a:schemeClr val="accent1">
                    <a:lumMod val="75000"/>
                  </a:schemeClr>
                </a:solidFill>
              </a:rPr>
              <a:t>Counting number of vehicles</a:t>
            </a:r>
            <a:endParaRPr lang="en-US" sz="3200" dirty="0" smtClean="0">
              <a:solidFill>
                <a:schemeClr val="accent1">
                  <a:lumMod val="75000"/>
                </a:schemeClr>
              </a:solidFill>
            </a:endParaRPr>
          </a:p>
          <a:p>
            <a:pPr algn="just"/>
            <a:r>
              <a:rPr lang="en-US" sz="3200" dirty="0" smtClean="0">
                <a:solidFill>
                  <a:schemeClr val="accent1">
                    <a:lumMod val="75000"/>
                  </a:schemeClr>
                </a:solidFill>
              </a:rPr>
              <a:t>In this adaptive traffic management system we experimented the idea for four lanes and we have used four camera sensor for four different lanes. These camera sensors were used in the respective four lanes for counting the no of vehicles. </a:t>
            </a:r>
          </a:p>
        </p:txBody>
      </p:sp>
      <p:sp>
        <p:nvSpPr>
          <p:cNvPr id="22" name="Text Box 496"/>
          <p:cNvSpPr txBox="1">
            <a:spLocks noChangeArrowheads="1"/>
          </p:cNvSpPr>
          <p:nvPr/>
        </p:nvSpPr>
        <p:spPr bwMode="auto">
          <a:xfrm>
            <a:off x="10453688" y="8557823"/>
            <a:ext cx="9320212" cy="8143952"/>
          </a:xfrm>
          <a:prstGeom prst="rect">
            <a:avLst/>
          </a:prstGeom>
          <a:noFill/>
          <a:ln w="9525">
            <a:noFill/>
            <a:miter lim="800000"/>
            <a:headEnd/>
            <a:tailEnd/>
          </a:ln>
        </p:spPr>
        <p:txBody>
          <a:bodyPr lIns="374995" tIns="374995" rIns="374995" bIns="374995">
            <a:spAutoFit/>
          </a:bodyPr>
          <a:lstStyle/>
          <a:p>
            <a:pPr lvl="0" algn="just"/>
            <a:r>
              <a:rPr lang="en-US" sz="3200" b="1" dirty="0" smtClean="0">
                <a:solidFill>
                  <a:schemeClr val="accent1">
                    <a:lumMod val="75000"/>
                  </a:schemeClr>
                </a:solidFill>
              </a:rPr>
              <a:t>Calculate Waiting time</a:t>
            </a:r>
            <a:endParaRPr lang="en-US" sz="3200" dirty="0" smtClean="0">
              <a:solidFill>
                <a:schemeClr val="accent1">
                  <a:lumMod val="75000"/>
                </a:schemeClr>
              </a:solidFill>
            </a:endParaRPr>
          </a:p>
          <a:p>
            <a:pPr algn="just"/>
            <a:r>
              <a:rPr lang="en-US" sz="3200" dirty="0" smtClean="0">
                <a:solidFill>
                  <a:schemeClr val="accent1">
                    <a:lumMod val="75000"/>
                  </a:schemeClr>
                </a:solidFill>
              </a:rPr>
              <a:t>After taking the count of vehicles that count is used in calculating the average waiting time for traffic signal and then it sends a signal to controller which allows traffic flow for that direction for calculated time</a:t>
            </a:r>
            <a:r>
              <a:rPr lang="en-US" sz="3200" dirty="0" smtClean="0">
                <a:solidFill>
                  <a:schemeClr val="accent1">
                    <a:lumMod val="75000"/>
                  </a:schemeClr>
                </a:solidFill>
              </a:rPr>
              <a:t>.</a:t>
            </a:r>
          </a:p>
          <a:p>
            <a:pPr algn="just"/>
            <a:r>
              <a:rPr lang="en-US" sz="3200" b="1" dirty="0" smtClean="0">
                <a:solidFill>
                  <a:schemeClr val="accent1">
                    <a:lumMod val="75000"/>
                  </a:schemeClr>
                </a:solidFill>
              </a:rPr>
              <a:t>Main Algorithm:</a:t>
            </a:r>
            <a:endParaRPr lang="en-US" sz="3200" dirty="0" smtClean="0">
              <a:solidFill>
                <a:schemeClr val="accent1">
                  <a:lumMod val="75000"/>
                </a:schemeClr>
              </a:solidFill>
            </a:endParaRPr>
          </a:p>
          <a:p>
            <a:pPr algn="just"/>
            <a:r>
              <a:rPr lang="en-US" sz="3200" dirty="0" smtClean="0">
                <a:solidFill>
                  <a:schemeClr val="accent1">
                    <a:lumMod val="75000"/>
                  </a:schemeClr>
                </a:solidFill>
              </a:rPr>
              <a:t>When </a:t>
            </a:r>
            <a:r>
              <a:rPr lang="en-US" sz="3200" dirty="0" smtClean="0">
                <a:solidFill>
                  <a:schemeClr val="accent1">
                    <a:lumMod val="75000"/>
                  </a:schemeClr>
                </a:solidFill>
              </a:rPr>
              <a:t>the system initializes first time, it starts with the main algorithm. It then calls </a:t>
            </a:r>
            <a:r>
              <a:rPr lang="en-US" sz="3200" dirty="0" err="1" smtClean="0">
                <a:solidFill>
                  <a:schemeClr val="accent1">
                    <a:lumMod val="75000"/>
                  </a:schemeClr>
                </a:solidFill>
              </a:rPr>
              <a:t>Find_MAX_Dir</a:t>
            </a:r>
            <a:r>
              <a:rPr lang="en-US" sz="3200" dirty="0" smtClean="0">
                <a:solidFill>
                  <a:schemeClr val="accent1">
                    <a:lumMod val="75000"/>
                  </a:schemeClr>
                </a:solidFill>
              </a:rPr>
              <a:t> which returns the traffic count for particular direction, it store the count in TRAFFIC_COUNT. Then it check the count value is zero or not, if count is zero it continue with loop otherwise it will call Time calculation algorithm and this algorithm returns calculated the time for the traffic </a:t>
            </a:r>
            <a:r>
              <a:rPr lang="en-US" sz="3200" dirty="0" smtClean="0">
                <a:solidFill>
                  <a:schemeClr val="accent1">
                    <a:lumMod val="75000"/>
                  </a:schemeClr>
                </a:solidFill>
              </a:rPr>
              <a:t>signal</a:t>
            </a:r>
            <a:endParaRPr lang="en-US" sz="3200" dirty="0">
              <a:solidFill>
                <a:schemeClr val="accent1">
                  <a:lumMod val="75000"/>
                </a:schemeClr>
              </a:solidFill>
            </a:endParaRPr>
          </a:p>
        </p:txBody>
      </p:sp>
      <p:sp>
        <p:nvSpPr>
          <p:cNvPr id="26" name="Text Box 509"/>
          <p:cNvSpPr txBox="1">
            <a:spLocks noChangeArrowheads="1"/>
          </p:cNvSpPr>
          <p:nvPr/>
        </p:nvSpPr>
        <p:spPr bwMode="auto">
          <a:xfrm>
            <a:off x="10453688" y="17046544"/>
            <a:ext cx="9320212" cy="1183569"/>
          </a:xfrm>
          <a:prstGeom prst="rect">
            <a:avLst/>
          </a:prstGeom>
          <a:solidFill>
            <a:schemeClr val="tx1"/>
          </a:solidFill>
          <a:ln w="9525">
            <a:noFill/>
            <a:miter lim="800000"/>
            <a:headEnd/>
            <a:tailEnd/>
          </a:ln>
        </p:spPr>
        <p:txBody>
          <a:bodyPr lIns="74857" tIns="37421" rIns="74857" bIns="37421">
            <a:spAutoFit/>
          </a:bodyPr>
          <a:lstStyle/>
          <a:p>
            <a:pPr algn="ctr" defTabSz="749300">
              <a:spcBef>
                <a:spcPct val="50000"/>
              </a:spcBef>
            </a:pPr>
            <a:r>
              <a:rPr lang="en-US" altLang="fr-FR" sz="3600" b="1" dirty="0" smtClean="0">
                <a:solidFill>
                  <a:schemeClr val="bg1"/>
                </a:solidFill>
              </a:rPr>
              <a:t>Figure 1. </a:t>
            </a:r>
            <a:r>
              <a:rPr lang="en-US" sz="3600" b="1" dirty="0" smtClean="0">
                <a:solidFill>
                  <a:schemeClr val="bg1"/>
                </a:solidFill>
              </a:rPr>
              <a:t>Architecture </a:t>
            </a:r>
            <a:r>
              <a:rPr lang="en-US" sz="3600" b="1" dirty="0" smtClean="0">
                <a:solidFill>
                  <a:schemeClr val="bg1"/>
                </a:solidFill>
              </a:rPr>
              <a:t>Diagram</a:t>
            </a:r>
            <a:r>
              <a:rPr lang="en-US" sz="3600" b="1" dirty="0" smtClean="0">
                <a:solidFill>
                  <a:schemeClr val="bg1"/>
                </a:solidFill>
              </a:rPr>
              <a:t> </a:t>
            </a:r>
            <a:r>
              <a:rPr lang="en-US" sz="3600" b="1" dirty="0" smtClean="0">
                <a:solidFill>
                  <a:schemeClr val="bg1"/>
                </a:solidFill>
              </a:rPr>
              <a:t>for Sensor to Signal Processing</a:t>
            </a:r>
            <a:endParaRPr lang="en-US" altLang="fr-FR" sz="3600" b="1" dirty="0">
              <a:solidFill>
                <a:schemeClr val="bg1"/>
              </a:solidFill>
            </a:endParaRPr>
          </a:p>
        </p:txBody>
      </p:sp>
      <p:sp>
        <p:nvSpPr>
          <p:cNvPr id="30" name="Text Box 522"/>
          <p:cNvSpPr txBox="1">
            <a:spLocks noChangeArrowheads="1"/>
          </p:cNvSpPr>
          <p:nvPr/>
        </p:nvSpPr>
        <p:spPr bwMode="auto">
          <a:xfrm>
            <a:off x="20212085" y="7973918"/>
            <a:ext cx="9320213" cy="629571"/>
          </a:xfrm>
          <a:prstGeom prst="rect">
            <a:avLst/>
          </a:prstGeom>
          <a:solidFill>
            <a:schemeClr val="tx1"/>
          </a:solidFill>
          <a:ln w="9525">
            <a:noFill/>
            <a:miter lim="800000"/>
            <a:headEnd/>
            <a:tailEnd/>
          </a:ln>
        </p:spPr>
        <p:txBody>
          <a:bodyPr lIns="74857" tIns="37421" rIns="74857" bIns="37421">
            <a:spAutoFit/>
          </a:bodyPr>
          <a:lstStyle/>
          <a:p>
            <a:pPr algn="ctr" defTabSz="749300">
              <a:spcBef>
                <a:spcPct val="50000"/>
              </a:spcBef>
            </a:pPr>
            <a:r>
              <a:rPr lang="en-US" sz="3600" b="1" dirty="0" smtClean="0">
                <a:solidFill>
                  <a:schemeClr val="bg1"/>
                </a:solidFill>
              </a:rPr>
              <a:t>Manipulating signal based on traffic </a:t>
            </a:r>
            <a:r>
              <a:rPr lang="en-US" sz="3600" b="1" dirty="0" smtClean="0">
                <a:solidFill>
                  <a:schemeClr val="bg1"/>
                </a:solidFill>
              </a:rPr>
              <a:t>density</a:t>
            </a:r>
            <a:endParaRPr lang="en-US" altLang="fr-FR" sz="3600" b="1" dirty="0">
              <a:solidFill>
                <a:schemeClr val="bg1"/>
              </a:solidFill>
            </a:endParaRPr>
          </a:p>
        </p:txBody>
      </p:sp>
      <p:sp>
        <p:nvSpPr>
          <p:cNvPr id="33" name="Text Box 545"/>
          <p:cNvSpPr txBox="1">
            <a:spLocks noChangeArrowheads="1"/>
          </p:cNvSpPr>
          <p:nvPr/>
        </p:nvSpPr>
        <p:spPr bwMode="auto">
          <a:xfrm>
            <a:off x="10567955" y="27333616"/>
            <a:ext cx="9318625" cy="629571"/>
          </a:xfrm>
          <a:prstGeom prst="rect">
            <a:avLst/>
          </a:prstGeom>
          <a:solidFill>
            <a:schemeClr val="tx1"/>
          </a:solidFill>
          <a:ln w="9525">
            <a:noFill/>
            <a:miter lim="800000"/>
            <a:headEnd/>
            <a:tailEnd/>
          </a:ln>
        </p:spPr>
        <p:txBody>
          <a:bodyPr lIns="74857" tIns="37421" rIns="74857" bIns="37421">
            <a:spAutoFit/>
          </a:bodyPr>
          <a:lstStyle/>
          <a:p>
            <a:pPr algn="ctr" defTabSz="749300">
              <a:spcBef>
                <a:spcPct val="50000"/>
              </a:spcBef>
            </a:pPr>
            <a:r>
              <a:rPr lang="en-US" altLang="fr-FR" sz="3600" b="1" dirty="0" smtClean="0">
                <a:solidFill>
                  <a:schemeClr val="bg1"/>
                </a:solidFill>
              </a:rPr>
              <a:t>Results and Discussions </a:t>
            </a:r>
            <a:endParaRPr lang="en-US" altLang="fr-FR" sz="3600" b="1" dirty="0">
              <a:solidFill>
                <a:schemeClr val="bg1"/>
              </a:solidFill>
            </a:endParaRPr>
          </a:p>
        </p:txBody>
      </p:sp>
      <p:sp>
        <p:nvSpPr>
          <p:cNvPr id="36" name="Text Box 561"/>
          <p:cNvSpPr txBox="1">
            <a:spLocks noChangeArrowheads="1"/>
          </p:cNvSpPr>
          <p:nvPr/>
        </p:nvSpPr>
        <p:spPr bwMode="auto">
          <a:xfrm>
            <a:off x="20261263" y="20202521"/>
            <a:ext cx="9320212" cy="630237"/>
          </a:xfrm>
          <a:prstGeom prst="rect">
            <a:avLst/>
          </a:prstGeom>
          <a:solidFill>
            <a:schemeClr val="tx1"/>
          </a:solidFill>
          <a:ln w="9525">
            <a:noFill/>
            <a:miter lim="800000"/>
            <a:headEnd/>
            <a:tailEnd/>
          </a:ln>
        </p:spPr>
        <p:txBody>
          <a:bodyPr lIns="74857" tIns="37421" rIns="74857" bIns="37421">
            <a:spAutoFit/>
          </a:bodyPr>
          <a:lstStyle/>
          <a:p>
            <a:pPr algn="ctr" defTabSz="749300">
              <a:spcBef>
                <a:spcPct val="50000"/>
              </a:spcBef>
            </a:pPr>
            <a:r>
              <a:rPr lang="en-US" altLang="fr-FR" sz="3600" b="1" dirty="0">
                <a:solidFill>
                  <a:schemeClr val="bg1"/>
                </a:solidFill>
              </a:rPr>
              <a:t>Conclusion</a:t>
            </a:r>
          </a:p>
        </p:txBody>
      </p:sp>
      <p:sp>
        <p:nvSpPr>
          <p:cNvPr id="37" name="Text Box 562"/>
          <p:cNvSpPr txBox="1">
            <a:spLocks noChangeArrowheads="1"/>
          </p:cNvSpPr>
          <p:nvPr/>
        </p:nvSpPr>
        <p:spPr bwMode="auto">
          <a:xfrm>
            <a:off x="20354961" y="30334012"/>
            <a:ext cx="9320212" cy="630237"/>
          </a:xfrm>
          <a:prstGeom prst="rect">
            <a:avLst/>
          </a:prstGeom>
          <a:solidFill>
            <a:schemeClr val="tx1"/>
          </a:solidFill>
          <a:ln w="9525">
            <a:noFill/>
            <a:miter lim="800000"/>
            <a:headEnd/>
            <a:tailEnd/>
          </a:ln>
        </p:spPr>
        <p:txBody>
          <a:bodyPr lIns="74857" tIns="37421" rIns="74857" bIns="37421">
            <a:spAutoFit/>
          </a:bodyPr>
          <a:lstStyle/>
          <a:p>
            <a:pPr algn="ctr" defTabSz="749300">
              <a:spcBef>
                <a:spcPct val="50000"/>
              </a:spcBef>
            </a:pPr>
            <a:r>
              <a:rPr lang="en-US" altLang="fr-FR" sz="3600" b="1">
                <a:solidFill>
                  <a:schemeClr val="bg1"/>
                </a:solidFill>
              </a:rPr>
              <a:t>Acknowledgements</a:t>
            </a:r>
          </a:p>
        </p:txBody>
      </p:sp>
      <p:sp>
        <p:nvSpPr>
          <p:cNvPr id="38" name="Text Box 563"/>
          <p:cNvSpPr txBox="1">
            <a:spLocks noChangeArrowheads="1"/>
          </p:cNvSpPr>
          <p:nvPr/>
        </p:nvSpPr>
        <p:spPr bwMode="auto">
          <a:xfrm>
            <a:off x="20354961" y="32477152"/>
            <a:ext cx="9320212" cy="630237"/>
          </a:xfrm>
          <a:prstGeom prst="rect">
            <a:avLst/>
          </a:prstGeom>
          <a:solidFill>
            <a:schemeClr val="tx1"/>
          </a:solidFill>
          <a:ln w="9525">
            <a:noFill/>
            <a:miter lim="800000"/>
            <a:headEnd/>
            <a:tailEnd/>
          </a:ln>
        </p:spPr>
        <p:txBody>
          <a:bodyPr lIns="74857" tIns="37421" rIns="74857" bIns="37421">
            <a:spAutoFit/>
          </a:bodyPr>
          <a:lstStyle/>
          <a:p>
            <a:pPr algn="ctr" defTabSz="749300">
              <a:spcBef>
                <a:spcPct val="50000"/>
              </a:spcBef>
            </a:pPr>
            <a:r>
              <a:rPr lang="en-US" altLang="fr-FR" sz="3600" b="1" dirty="0">
                <a:solidFill>
                  <a:schemeClr val="bg1"/>
                </a:solidFill>
              </a:rPr>
              <a:t>Contact Information</a:t>
            </a:r>
          </a:p>
        </p:txBody>
      </p:sp>
      <p:sp>
        <p:nvSpPr>
          <p:cNvPr id="39" name="Text Box 564"/>
          <p:cNvSpPr txBox="1">
            <a:spLocks noChangeArrowheads="1"/>
          </p:cNvSpPr>
          <p:nvPr/>
        </p:nvSpPr>
        <p:spPr bwMode="auto">
          <a:xfrm>
            <a:off x="20283523" y="20761320"/>
            <a:ext cx="9272587" cy="10544609"/>
          </a:xfrm>
          <a:prstGeom prst="rect">
            <a:avLst/>
          </a:prstGeom>
          <a:noFill/>
          <a:ln w="9525">
            <a:noFill/>
            <a:miter lim="800000"/>
            <a:headEnd/>
            <a:tailEnd/>
          </a:ln>
        </p:spPr>
        <p:txBody>
          <a:bodyPr lIns="374995" tIns="374995" rIns="374995" bIns="374995">
            <a:spAutoFit/>
          </a:bodyPr>
          <a:lstStyle/>
          <a:p>
            <a:pPr lvl="0" algn="just"/>
            <a:r>
              <a:rPr lang="en-US" sz="3200" dirty="0" smtClean="0">
                <a:solidFill>
                  <a:schemeClr val="accent1">
                    <a:lumMod val="75000"/>
                  </a:schemeClr>
                </a:solidFill>
              </a:rPr>
              <a:t>Manipulating signal based on traffic density The vehicle count is used to calculate the waiting time for lane and the controller sends appropriate signal to traffic light according to </a:t>
            </a:r>
            <a:r>
              <a:rPr lang="en-US" sz="3200" dirty="0" err="1" smtClean="0">
                <a:solidFill>
                  <a:schemeClr val="accent1">
                    <a:lumMod val="75000"/>
                  </a:schemeClr>
                </a:solidFill>
              </a:rPr>
              <a:t>algorithm.This</a:t>
            </a:r>
            <a:r>
              <a:rPr lang="en-US" sz="3200" dirty="0" smtClean="0">
                <a:solidFill>
                  <a:schemeClr val="accent1">
                    <a:lumMod val="75000"/>
                  </a:schemeClr>
                </a:solidFill>
              </a:rPr>
              <a:t> </a:t>
            </a:r>
            <a:r>
              <a:rPr lang="en-US" sz="3200" dirty="0" smtClean="0">
                <a:solidFill>
                  <a:schemeClr val="accent1">
                    <a:lumMod val="75000"/>
                  </a:schemeClr>
                </a:solidFill>
              </a:rPr>
              <a:t>paper presents a system which is based on Internet of Things (</a:t>
            </a:r>
            <a:r>
              <a:rPr lang="en-US" sz="3200" dirty="0" err="1" smtClean="0">
                <a:solidFill>
                  <a:schemeClr val="accent1">
                    <a:lumMod val="75000"/>
                  </a:schemeClr>
                </a:solidFill>
              </a:rPr>
              <a:t>IoT</a:t>
            </a:r>
            <a:r>
              <a:rPr lang="en-US" sz="3200" dirty="0" smtClean="0">
                <a:solidFill>
                  <a:schemeClr val="accent1">
                    <a:lumMod val="75000"/>
                  </a:schemeClr>
                </a:solidFill>
              </a:rPr>
              <a:t>) and image processing. This system uses camera sensors as an input system to take real-time data. By analyzing the data system calculates average waiting time for each lane. Proposed system provides feasibility by making it adaptive. The system provides low average waiting time and reliability. Due to low average waiting time the air pollution rate decreases and the use of fuel also decreases. Proposed system decreases traffic congestion. Proposed system provides a more economical and feasible approach towards changing the current traffic management system and making it adaptive and intelligent.</a:t>
            </a:r>
          </a:p>
          <a:p>
            <a:pPr algn="just"/>
            <a:r>
              <a:rPr lang="en-US" sz="3200" dirty="0" smtClean="0">
                <a:solidFill>
                  <a:schemeClr val="accent1">
                    <a:lumMod val="75000"/>
                  </a:schemeClr>
                </a:solidFill>
              </a:rPr>
              <a:t> </a:t>
            </a:r>
          </a:p>
          <a:p>
            <a:pPr algn="just"/>
            <a:r>
              <a:rPr lang="en-US" sz="2800" dirty="0" smtClean="0">
                <a:solidFill>
                  <a:schemeClr val="accent1">
                    <a:lumMod val="75000"/>
                  </a:schemeClr>
                </a:solidFill>
              </a:rPr>
              <a:t> </a:t>
            </a:r>
            <a:endParaRPr lang="en-US" sz="2800" dirty="0">
              <a:solidFill>
                <a:schemeClr val="accent1">
                  <a:lumMod val="75000"/>
                </a:schemeClr>
              </a:solidFill>
            </a:endParaRPr>
          </a:p>
        </p:txBody>
      </p:sp>
      <p:sp>
        <p:nvSpPr>
          <p:cNvPr id="40" name="Text Box 565"/>
          <p:cNvSpPr txBox="1">
            <a:spLocks noChangeArrowheads="1"/>
          </p:cNvSpPr>
          <p:nvPr/>
        </p:nvSpPr>
        <p:spPr bwMode="auto">
          <a:xfrm>
            <a:off x="20354961" y="31262706"/>
            <a:ext cx="9272587" cy="1557338"/>
          </a:xfrm>
          <a:prstGeom prst="rect">
            <a:avLst/>
          </a:prstGeom>
          <a:noFill/>
          <a:ln w="9525">
            <a:noFill/>
            <a:miter lim="800000"/>
            <a:headEnd/>
            <a:tailEnd/>
          </a:ln>
        </p:spPr>
        <p:txBody>
          <a:bodyPr lIns="374995" tIns="374995" rIns="374995" bIns="374995">
            <a:spAutoFit/>
          </a:bodyPr>
          <a:lstStyle/>
          <a:p>
            <a:pPr defTabSz="3600450" eaLnBrk="1" hangingPunct="1"/>
            <a:r>
              <a:rPr lang="en-US" altLang="fr-FR" sz="2600" dirty="0">
                <a:solidFill>
                  <a:schemeClr val="tx2"/>
                </a:solidFill>
              </a:rPr>
              <a:t>Acknowledgements might go here.</a:t>
            </a:r>
          </a:p>
          <a:p>
            <a:pPr defTabSz="3600450" eaLnBrk="1" hangingPunct="1"/>
            <a:endParaRPr lang="en-US" altLang="fr-FR" sz="2600" dirty="0">
              <a:solidFill>
                <a:schemeClr val="tx2"/>
              </a:solidFill>
            </a:endParaRPr>
          </a:p>
        </p:txBody>
      </p:sp>
      <p:graphicFrame>
        <p:nvGraphicFramePr>
          <p:cNvPr id="41" name="Group 591">
            <a:extLst>
              <a:ext uri="{FF2B5EF4-FFF2-40B4-BE49-F238E27FC236}">
                <a16:creationId xmlns:a16="http://schemas.microsoft.com/office/drawing/2014/main" xmlns="" id="{D1FB7876-51EE-5B48-B446-8077E31D08C5}"/>
              </a:ext>
            </a:extLst>
          </p:cNvPr>
          <p:cNvGraphicFramePr>
            <a:graphicFrameLocks noGrp="1"/>
          </p:cNvGraphicFramePr>
          <p:nvPr/>
        </p:nvGraphicFramePr>
        <p:xfrm>
          <a:off x="20283523" y="33620160"/>
          <a:ext cx="10501386" cy="7454159"/>
        </p:xfrm>
        <a:graphic>
          <a:graphicData uri="http://schemas.openxmlformats.org/drawingml/2006/table">
            <a:tbl>
              <a:tblPr/>
              <a:tblGrid>
                <a:gridCol w="4500594">
                  <a:extLst>
                    <a:ext uri="{9D8B030D-6E8A-4147-A177-3AD203B41FA5}">
                      <a16:colId xmlns:a16="http://schemas.microsoft.com/office/drawing/2014/main" xmlns="" val="1788611979"/>
                    </a:ext>
                  </a:extLst>
                </a:gridCol>
                <a:gridCol w="6000792">
                  <a:extLst>
                    <a:ext uri="{9D8B030D-6E8A-4147-A177-3AD203B41FA5}">
                      <a16:colId xmlns:a16="http://schemas.microsoft.com/office/drawing/2014/main" xmlns="" val="2856524594"/>
                    </a:ext>
                  </a:extLst>
                </a:gridCol>
              </a:tblGrid>
              <a:tr h="1643074">
                <a:tc gridSpan="2">
                  <a:txBody>
                    <a:bodyPr/>
                    <a:lstStyle>
                      <a:lvl1pPr defTabSz="534988" eaLnBrk="0" hangingPunct="0">
                        <a:spcBef>
                          <a:spcPct val="20000"/>
                        </a:spcBef>
                        <a:defRPr sz="2000">
                          <a:solidFill>
                            <a:schemeClr val="tx2"/>
                          </a:solidFill>
                          <a:latin typeface="Arial" panose="020B0604020202020204" pitchFamily="34" charset="0"/>
                          <a:ea typeface="MS PGothic" panose="020B0600070205080204" pitchFamily="34" charset="-128"/>
                        </a:defRPr>
                      </a:lvl1pPr>
                      <a:lvl2pPr marL="742950" indent="-285750" defTabSz="534988" eaLnBrk="0" hangingPunct="0">
                        <a:spcBef>
                          <a:spcPct val="20000"/>
                        </a:spcBef>
                        <a:defRPr sz="2000">
                          <a:solidFill>
                            <a:schemeClr val="tx2"/>
                          </a:solidFill>
                          <a:latin typeface="Arial" panose="020B0604020202020204" pitchFamily="34" charset="0"/>
                          <a:ea typeface="MS PGothic" panose="020B0600070205080204" pitchFamily="34" charset="-128"/>
                        </a:defRPr>
                      </a:lvl2pPr>
                      <a:lvl3pPr marL="1143000" indent="-228600" defTabSz="534988" eaLnBrk="0" hangingPunct="0">
                        <a:spcBef>
                          <a:spcPct val="20000"/>
                        </a:spcBef>
                        <a:defRPr>
                          <a:solidFill>
                            <a:schemeClr val="tx1"/>
                          </a:solidFill>
                          <a:latin typeface="Arial" panose="020B0604020202020204" pitchFamily="34" charset="0"/>
                          <a:ea typeface="MS PGothic" panose="020B0600070205080204" pitchFamily="34" charset="-128"/>
                        </a:defRPr>
                      </a:lvl3pPr>
                      <a:lvl4pPr marL="1600200" indent="-228600" defTabSz="534988" eaLnBrk="0" hangingPunct="0">
                        <a:spcBef>
                          <a:spcPct val="20000"/>
                        </a:spcBef>
                        <a:defRPr sz="1400">
                          <a:solidFill>
                            <a:schemeClr val="tx1"/>
                          </a:solidFill>
                          <a:latin typeface="Arial" panose="020B0604020202020204" pitchFamily="34" charset="0"/>
                          <a:ea typeface="MS PGothic" panose="020B0600070205080204" pitchFamily="34" charset="-128"/>
                        </a:defRPr>
                      </a:lvl4pPr>
                      <a:lvl5pPr marL="2057400" indent="-228600" defTabSz="534988" eaLnBrk="0" hangingPunct="0">
                        <a:spcBef>
                          <a:spcPct val="20000"/>
                        </a:spcBef>
                        <a:defRPr sz="1400">
                          <a:solidFill>
                            <a:schemeClr val="tx1"/>
                          </a:solidFill>
                          <a:latin typeface="Arial" panose="020B0604020202020204" pitchFamily="34" charset="0"/>
                          <a:ea typeface="MS PGothic" panose="020B0600070205080204" pitchFamily="34" charset="-128"/>
                        </a:defRPr>
                      </a:lvl5pPr>
                      <a:lvl6pPr marL="2514600" indent="-228600" defTabSz="534988" eaLnBrk="0" fontAlgn="base" hangingPunct="0">
                        <a:spcBef>
                          <a:spcPct val="20000"/>
                        </a:spcBef>
                        <a:spcAft>
                          <a:spcPct val="0"/>
                        </a:spcAft>
                        <a:defRPr sz="1400">
                          <a:solidFill>
                            <a:schemeClr val="tx1"/>
                          </a:solidFill>
                          <a:latin typeface="Arial" panose="020B0604020202020204" pitchFamily="34" charset="0"/>
                          <a:ea typeface="MS PGothic" panose="020B0600070205080204" pitchFamily="34" charset="-128"/>
                        </a:defRPr>
                      </a:lvl6pPr>
                      <a:lvl7pPr marL="2971800" indent="-228600" defTabSz="534988" eaLnBrk="0" fontAlgn="base" hangingPunct="0">
                        <a:spcBef>
                          <a:spcPct val="20000"/>
                        </a:spcBef>
                        <a:spcAft>
                          <a:spcPct val="0"/>
                        </a:spcAft>
                        <a:defRPr sz="1400">
                          <a:solidFill>
                            <a:schemeClr val="tx1"/>
                          </a:solidFill>
                          <a:latin typeface="Arial" panose="020B0604020202020204" pitchFamily="34" charset="0"/>
                          <a:ea typeface="MS PGothic" panose="020B0600070205080204" pitchFamily="34" charset="-128"/>
                        </a:defRPr>
                      </a:lvl7pPr>
                      <a:lvl8pPr marL="3429000" indent="-228600" defTabSz="534988" eaLnBrk="0" fontAlgn="base" hangingPunct="0">
                        <a:spcBef>
                          <a:spcPct val="20000"/>
                        </a:spcBef>
                        <a:spcAft>
                          <a:spcPct val="0"/>
                        </a:spcAft>
                        <a:defRPr sz="1400">
                          <a:solidFill>
                            <a:schemeClr val="tx1"/>
                          </a:solidFill>
                          <a:latin typeface="Arial" panose="020B0604020202020204" pitchFamily="34" charset="0"/>
                          <a:ea typeface="MS PGothic" panose="020B0600070205080204" pitchFamily="34" charset="-128"/>
                        </a:defRPr>
                      </a:lvl8pPr>
                      <a:lvl9pPr marL="3886200" indent="-228600" defTabSz="534988" eaLnBrk="0" fontAlgn="base" hangingPunct="0">
                        <a:spcBef>
                          <a:spcPct val="20000"/>
                        </a:spcBef>
                        <a:spcAft>
                          <a:spcPct val="0"/>
                        </a:spcAft>
                        <a:defRPr sz="1400">
                          <a:solidFill>
                            <a:schemeClr val="tx1"/>
                          </a:solidFill>
                          <a:latin typeface="Arial" panose="020B0604020202020204" pitchFamily="34" charset="0"/>
                          <a:ea typeface="MS PGothic" panose="020B0600070205080204" pitchFamily="34" charset="-128"/>
                        </a:defRPr>
                      </a:lvl9pPr>
                    </a:lstStyle>
                    <a:p>
                      <a:pPr marL="0" marR="0" lvl="0" indent="0" algn="l" defTabSz="534988" rtl="0" eaLnBrk="1" fontAlgn="base" latinLnBrk="0" hangingPunct="1">
                        <a:lnSpc>
                          <a:spcPct val="100000"/>
                        </a:lnSpc>
                        <a:spcBef>
                          <a:spcPct val="0"/>
                        </a:spcBef>
                        <a:spcAft>
                          <a:spcPct val="0"/>
                        </a:spcAft>
                        <a:buClrTx/>
                        <a:buSzTx/>
                        <a:buFontTx/>
                        <a:buNone/>
                        <a:tabLst/>
                        <a:defRPr/>
                      </a:pPr>
                      <a:endParaRPr lang="en-US" sz="4000" b="1" dirty="0" smtClean="0"/>
                    </a:p>
                    <a:p>
                      <a:pPr marL="0" marR="0" lvl="0" indent="0" algn="l" defTabSz="534988" rtl="0" eaLnBrk="1" fontAlgn="base" latinLnBrk="0" hangingPunct="1">
                        <a:lnSpc>
                          <a:spcPct val="100000"/>
                        </a:lnSpc>
                        <a:spcBef>
                          <a:spcPct val="0"/>
                        </a:spcBef>
                        <a:spcAft>
                          <a:spcPct val="0"/>
                        </a:spcAft>
                        <a:buClrTx/>
                        <a:buSzTx/>
                        <a:buFontTx/>
                        <a:buNone/>
                        <a:tabLst/>
                        <a:defRPr/>
                      </a:pPr>
                      <a:r>
                        <a:rPr lang="en-US" sz="4000" b="1" dirty="0" smtClean="0"/>
                        <a:t>P.JAYASUTHA </a:t>
                      </a:r>
                      <a:endParaRPr kumimoji="0" lang="en-US" altLang="fr-FR" sz="2700" b="1" i="0" u="none" strike="noStrike" cap="none" normalizeH="0" baseline="0" dirty="0">
                        <a:ln>
                          <a:noFill/>
                        </a:ln>
                        <a:solidFill>
                          <a:srgbClr val="7896CE"/>
                        </a:solidFill>
                        <a:effectLst/>
                        <a:latin typeface="Arial Narrow" panose="020B0604020202020204" pitchFamily="34" charset="0"/>
                        <a:ea typeface="MS PGothic" panose="020B0600070205080204" pitchFamily="34" charset="-128"/>
                      </a:endParaRPr>
                    </a:p>
                  </a:txBody>
                  <a:tcPr marL="315365" marR="315365" marT="44600" marB="445991" horzOverflow="overflow">
                    <a:lnL>
                      <a:noFill/>
                    </a:lnL>
                    <a:lnR>
                      <a:noFill/>
                    </a:lnR>
                    <a:lnT>
                      <a:noFill/>
                    </a:lnT>
                    <a:lnB>
                      <a:noFill/>
                    </a:lnB>
                    <a:lnTlToBr>
                      <a:noFill/>
                    </a:lnTlToBr>
                    <a:lnBlToTr>
                      <a:noFill/>
                    </a:lnBlToTr>
                    <a:noFill/>
                  </a:tcPr>
                </a:tc>
                <a:tc hMerge="1">
                  <a:txBody>
                    <a:bodyPr/>
                    <a:lstStyle/>
                    <a:p>
                      <a:endParaRPr lang="fr-FR"/>
                    </a:p>
                  </a:txBody>
                  <a:tcPr/>
                </a:tc>
                <a:extLst>
                  <a:ext uri="{0D108BD9-81ED-4DB2-BD59-A6C34878D82A}">
                    <a16:rowId xmlns:a16="http://schemas.microsoft.com/office/drawing/2014/main" xmlns="" val="3448052456"/>
                  </a:ext>
                </a:extLst>
              </a:tr>
              <a:tr h="5744368">
                <a:tc>
                  <a:txBody>
                    <a:bodyPr/>
                    <a:lstStyle>
                      <a:lvl1pPr defTabSz="534988" eaLnBrk="0" hangingPunct="0">
                        <a:spcBef>
                          <a:spcPct val="20000"/>
                        </a:spcBef>
                        <a:defRPr sz="2000">
                          <a:solidFill>
                            <a:schemeClr val="tx2"/>
                          </a:solidFill>
                          <a:latin typeface="Arial" panose="020B0604020202020204" pitchFamily="34" charset="0"/>
                          <a:ea typeface="MS PGothic" panose="020B0600070205080204" pitchFamily="34" charset="-128"/>
                        </a:defRPr>
                      </a:lvl1pPr>
                      <a:lvl2pPr marL="742950" indent="-285750" defTabSz="534988" eaLnBrk="0" hangingPunct="0">
                        <a:spcBef>
                          <a:spcPct val="20000"/>
                        </a:spcBef>
                        <a:defRPr sz="2000">
                          <a:solidFill>
                            <a:schemeClr val="tx2"/>
                          </a:solidFill>
                          <a:latin typeface="Arial" panose="020B0604020202020204" pitchFamily="34" charset="0"/>
                          <a:ea typeface="MS PGothic" panose="020B0600070205080204" pitchFamily="34" charset="-128"/>
                        </a:defRPr>
                      </a:lvl2pPr>
                      <a:lvl3pPr marL="1143000" indent="-228600" defTabSz="534988" eaLnBrk="0" hangingPunct="0">
                        <a:spcBef>
                          <a:spcPct val="20000"/>
                        </a:spcBef>
                        <a:defRPr>
                          <a:solidFill>
                            <a:schemeClr val="tx1"/>
                          </a:solidFill>
                          <a:latin typeface="Arial" panose="020B0604020202020204" pitchFamily="34" charset="0"/>
                          <a:ea typeface="MS PGothic" panose="020B0600070205080204" pitchFamily="34" charset="-128"/>
                        </a:defRPr>
                      </a:lvl3pPr>
                      <a:lvl4pPr marL="1600200" indent="-228600" defTabSz="534988" eaLnBrk="0" hangingPunct="0">
                        <a:spcBef>
                          <a:spcPct val="20000"/>
                        </a:spcBef>
                        <a:defRPr sz="1400">
                          <a:solidFill>
                            <a:schemeClr val="tx1"/>
                          </a:solidFill>
                          <a:latin typeface="Arial" panose="020B0604020202020204" pitchFamily="34" charset="0"/>
                          <a:ea typeface="MS PGothic" panose="020B0600070205080204" pitchFamily="34" charset="-128"/>
                        </a:defRPr>
                      </a:lvl4pPr>
                      <a:lvl5pPr marL="2057400" indent="-228600" defTabSz="534988" eaLnBrk="0" hangingPunct="0">
                        <a:spcBef>
                          <a:spcPct val="20000"/>
                        </a:spcBef>
                        <a:defRPr sz="1400">
                          <a:solidFill>
                            <a:schemeClr val="tx1"/>
                          </a:solidFill>
                          <a:latin typeface="Arial" panose="020B0604020202020204" pitchFamily="34" charset="0"/>
                          <a:ea typeface="MS PGothic" panose="020B0600070205080204" pitchFamily="34" charset="-128"/>
                        </a:defRPr>
                      </a:lvl5pPr>
                      <a:lvl6pPr marL="2514600" indent="-228600" defTabSz="534988" eaLnBrk="0" fontAlgn="base" hangingPunct="0">
                        <a:spcBef>
                          <a:spcPct val="20000"/>
                        </a:spcBef>
                        <a:spcAft>
                          <a:spcPct val="0"/>
                        </a:spcAft>
                        <a:defRPr sz="1400">
                          <a:solidFill>
                            <a:schemeClr val="tx1"/>
                          </a:solidFill>
                          <a:latin typeface="Arial" panose="020B0604020202020204" pitchFamily="34" charset="0"/>
                          <a:ea typeface="MS PGothic" panose="020B0600070205080204" pitchFamily="34" charset="-128"/>
                        </a:defRPr>
                      </a:lvl6pPr>
                      <a:lvl7pPr marL="2971800" indent="-228600" defTabSz="534988" eaLnBrk="0" fontAlgn="base" hangingPunct="0">
                        <a:spcBef>
                          <a:spcPct val="20000"/>
                        </a:spcBef>
                        <a:spcAft>
                          <a:spcPct val="0"/>
                        </a:spcAft>
                        <a:defRPr sz="1400">
                          <a:solidFill>
                            <a:schemeClr val="tx1"/>
                          </a:solidFill>
                          <a:latin typeface="Arial" panose="020B0604020202020204" pitchFamily="34" charset="0"/>
                          <a:ea typeface="MS PGothic" panose="020B0600070205080204" pitchFamily="34" charset="-128"/>
                        </a:defRPr>
                      </a:lvl7pPr>
                      <a:lvl8pPr marL="3429000" indent="-228600" defTabSz="534988" eaLnBrk="0" fontAlgn="base" hangingPunct="0">
                        <a:spcBef>
                          <a:spcPct val="20000"/>
                        </a:spcBef>
                        <a:spcAft>
                          <a:spcPct val="0"/>
                        </a:spcAft>
                        <a:defRPr sz="1400">
                          <a:solidFill>
                            <a:schemeClr val="tx1"/>
                          </a:solidFill>
                          <a:latin typeface="Arial" panose="020B0604020202020204" pitchFamily="34" charset="0"/>
                          <a:ea typeface="MS PGothic" panose="020B0600070205080204" pitchFamily="34" charset="-128"/>
                        </a:defRPr>
                      </a:lvl8pPr>
                      <a:lvl9pPr marL="3886200" indent="-228600" defTabSz="534988" eaLnBrk="0" fontAlgn="base" hangingPunct="0">
                        <a:spcBef>
                          <a:spcPct val="20000"/>
                        </a:spcBef>
                        <a:spcAft>
                          <a:spcPct val="0"/>
                        </a:spcAft>
                        <a:defRPr sz="1400">
                          <a:solidFill>
                            <a:schemeClr val="tx1"/>
                          </a:solidFill>
                          <a:latin typeface="Arial" panose="020B0604020202020204" pitchFamily="34" charset="0"/>
                          <a:ea typeface="MS PGothic" panose="020B0600070205080204" pitchFamily="34" charset="-128"/>
                        </a:defRPr>
                      </a:lvl9pPr>
                    </a:lstStyle>
                    <a:p>
                      <a:pPr marL="0" marR="0" lvl="0" indent="0" algn="l" defTabSz="534988" rtl="0" eaLnBrk="1" fontAlgn="base" latinLnBrk="0" hangingPunct="1">
                        <a:lnSpc>
                          <a:spcPct val="100000"/>
                        </a:lnSpc>
                        <a:spcBef>
                          <a:spcPct val="20000"/>
                        </a:spcBef>
                        <a:spcAft>
                          <a:spcPct val="0"/>
                        </a:spcAft>
                        <a:buClrTx/>
                        <a:buSzTx/>
                        <a:buFontTx/>
                        <a:buNone/>
                        <a:tabLst/>
                        <a:defRPr/>
                      </a:pPr>
                      <a:r>
                        <a:rPr lang="en-US" altLang="fr-FR" sz="2800" b="0" dirty="0" smtClean="0">
                          <a:latin typeface="Arial" panose="020B0604020202020204" pitchFamily="34" charset="0"/>
                        </a:rPr>
                        <a:t>Assistant Professor, Computer Science and Engineering, </a:t>
                      </a:r>
                      <a:r>
                        <a:rPr lang="en-US" altLang="fr-FR" sz="2800" b="0" dirty="0" err="1" smtClean="0">
                          <a:latin typeface="Arial" panose="020B0604020202020204" pitchFamily="34" charset="0"/>
                        </a:rPr>
                        <a:t>Mahendra</a:t>
                      </a:r>
                      <a:r>
                        <a:rPr lang="en-US" altLang="fr-FR" sz="2800" b="0" dirty="0" smtClean="0">
                          <a:latin typeface="Arial" panose="020B0604020202020204" pitchFamily="34" charset="0"/>
                        </a:rPr>
                        <a:t> Institute of Technology (Autonomous), </a:t>
                      </a:r>
                      <a:r>
                        <a:rPr lang="en-US" altLang="fr-FR" sz="2800" b="0" dirty="0" err="1" smtClean="0">
                          <a:latin typeface="Arial" panose="020B0604020202020204" pitchFamily="34" charset="0"/>
                        </a:rPr>
                        <a:t>Namakkal</a:t>
                      </a:r>
                      <a:r>
                        <a:rPr lang="en-US" altLang="fr-FR" sz="2800" b="0" dirty="0" smtClean="0">
                          <a:latin typeface="Arial" panose="020B0604020202020204" pitchFamily="34" charset="0"/>
                        </a:rPr>
                        <a:t> District, Tamilnadu-637503, India. </a:t>
                      </a:r>
                      <a:endParaRPr kumimoji="0" lang="en-US" altLang="fr-FR" sz="2800" b="0" i="0" u="none" strike="noStrike" cap="none" normalizeH="0" baseline="0" dirty="0">
                        <a:ln>
                          <a:noFill/>
                        </a:ln>
                        <a:solidFill>
                          <a:schemeClr val="tx2"/>
                        </a:solidFill>
                        <a:effectLst/>
                        <a:latin typeface="Arial Narrow" panose="020B0604020202020204" pitchFamily="34" charset="0"/>
                        <a:ea typeface="MS PGothic" panose="020B0600070205080204" pitchFamily="34" charset="-128"/>
                      </a:endParaRPr>
                    </a:p>
                  </a:txBody>
                  <a:tcPr marL="315365" marR="315365" marT="44600" marB="445991" horzOverflow="overflow">
                    <a:lnL>
                      <a:noFill/>
                    </a:lnL>
                    <a:lnR>
                      <a:noFill/>
                    </a:lnR>
                    <a:lnT>
                      <a:noFill/>
                    </a:lnT>
                    <a:lnB>
                      <a:noFill/>
                    </a:lnB>
                    <a:lnTlToBr>
                      <a:noFill/>
                    </a:lnTlToBr>
                    <a:lnBlToTr>
                      <a:noFill/>
                    </a:lnBlToTr>
                    <a:noFill/>
                  </a:tcPr>
                </a:tc>
                <a:tc>
                  <a:txBody>
                    <a:bodyPr/>
                    <a:lstStyle>
                      <a:lvl1pPr defTabSz="534988" eaLnBrk="0" hangingPunct="0">
                        <a:spcBef>
                          <a:spcPct val="20000"/>
                        </a:spcBef>
                        <a:defRPr sz="2000">
                          <a:solidFill>
                            <a:schemeClr val="tx2"/>
                          </a:solidFill>
                          <a:latin typeface="Arial" panose="020B0604020202020204" pitchFamily="34" charset="0"/>
                          <a:ea typeface="MS PGothic" panose="020B0600070205080204" pitchFamily="34" charset="-128"/>
                        </a:defRPr>
                      </a:lvl1pPr>
                      <a:lvl2pPr marL="742950" indent="-285750" defTabSz="534988" eaLnBrk="0" hangingPunct="0">
                        <a:spcBef>
                          <a:spcPct val="20000"/>
                        </a:spcBef>
                        <a:defRPr sz="2000">
                          <a:solidFill>
                            <a:schemeClr val="tx2"/>
                          </a:solidFill>
                          <a:latin typeface="Arial" panose="020B0604020202020204" pitchFamily="34" charset="0"/>
                          <a:ea typeface="MS PGothic" panose="020B0600070205080204" pitchFamily="34" charset="-128"/>
                        </a:defRPr>
                      </a:lvl2pPr>
                      <a:lvl3pPr marL="1143000" indent="-228600" defTabSz="534988" eaLnBrk="0" hangingPunct="0">
                        <a:spcBef>
                          <a:spcPct val="20000"/>
                        </a:spcBef>
                        <a:defRPr>
                          <a:solidFill>
                            <a:schemeClr val="tx1"/>
                          </a:solidFill>
                          <a:latin typeface="Arial" panose="020B0604020202020204" pitchFamily="34" charset="0"/>
                          <a:ea typeface="MS PGothic" panose="020B0600070205080204" pitchFamily="34" charset="-128"/>
                        </a:defRPr>
                      </a:lvl3pPr>
                      <a:lvl4pPr marL="1600200" indent="-228600" defTabSz="534988" eaLnBrk="0" hangingPunct="0">
                        <a:spcBef>
                          <a:spcPct val="20000"/>
                        </a:spcBef>
                        <a:defRPr sz="1400">
                          <a:solidFill>
                            <a:schemeClr val="tx1"/>
                          </a:solidFill>
                          <a:latin typeface="Arial" panose="020B0604020202020204" pitchFamily="34" charset="0"/>
                          <a:ea typeface="MS PGothic" panose="020B0600070205080204" pitchFamily="34" charset="-128"/>
                        </a:defRPr>
                      </a:lvl4pPr>
                      <a:lvl5pPr marL="2057400" indent="-228600" defTabSz="534988" eaLnBrk="0" hangingPunct="0">
                        <a:spcBef>
                          <a:spcPct val="20000"/>
                        </a:spcBef>
                        <a:defRPr sz="1400">
                          <a:solidFill>
                            <a:schemeClr val="tx1"/>
                          </a:solidFill>
                          <a:latin typeface="Arial" panose="020B0604020202020204" pitchFamily="34" charset="0"/>
                          <a:ea typeface="MS PGothic" panose="020B0600070205080204" pitchFamily="34" charset="-128"/>
                        </a:defRPr>
                      </a:lvl5pPr>
                      <a:lvl6pPr marL="2514600" indent="-228600" defTabSz="534988" eaLnBrk="0" fontAlgn="base" hangingPunct="0">
                        <a:spcBef>
                          <a:spcPct val="20000"/>
                        </a:spcBef>
                        <a:spcAft>
                          <a:spcPct val="0"/>
                        </a:spcAft>
                        <a:defRPr sz="1400">
                          <a:solidFill>
                            <a:schemeClr val="tx1"/>
                          </a:solidFill>
                          <a:latin typeface="Arial" panose="020B0604020202020204" pitchFamily="34" charset="0"/>
                          <a:ea typeface="MS PGothic" panose="020B0600070205080204" pitchFamily="34" charset="-128"/>
                        </a:defRPr>
                      </a:lvl6pPr>
                      <a:lvl7pPr marL="2971800" indent="-228600" defTabSz="534988" eaLnBrk="0" fontAlgn="base" hangingPunct="0">
                        <a:spcBef>
                          <a:spcPct val="20000"/>
                        </a:spcBef>
                        <a:spcAft>
                          <a:spcPct val="0"/>
                        </a:spcAft>
                        <a:defRPr sz="1400">
                          <a:solidFill>
                            <a:schemeClr val="tx1"/>
                          </a:solidFill>
                          <a:latin typeface="Arial" panose="020B0604020202020204" pitchFamily="34" charset="0"/>
                          <a:ea typeface="MS PGothic" panose="020B0600070205080204" pitchFamily="34" charset="-128"/>
                        </a:defRPr>
                      </a:lvl7pPr>
                      <a:lvl8pPr marL="3429000" indent="-228600" defTabSz="534988" eaLnBrk="0" fontAlgn="base" hangingPunct="0">
                        <a:spcBef>
                          <a:spcPct val="20000"/>
                        </a:spcBef>
                        <a:spcAft>
                          <a:spcPct val="0"/>
                        </a:spcAft>
                        <a:defRPr sz="1400">
                          <a:solidFill>
                            <a:schemeClr val="tx1"/>
                          </a:solidFill>
                          <a:latin typeface="Arial" panose="020B0604020202020204" pitchFamily="34" charset="0"/>
                          <a:ea typeface="MS PGothic" panose="020B0600070205080204" pitchFamily="34" charset="-128"/>
                        </a:defRPr>
                      </a:lvl8pPr>
                      <a:lvl9pPr marL="3886200" indent="-228600" defTabSz="534988" eaLnBrk="0" fontAlgn="base" hangingPunct="0">
                        <a:spcBef>
                          <a:spcPct val="20000"/>
                        </a:spcBef>
                        <a:spcAft>
                          <a:spcPct val="0"/>
                        </a:spcAft>
                        <a:defRPr sz="1400">
                          <a:solidFill>
                            <a:schemeClr val="tx1"/>
                          </a:solidFill>
                          <a:latin typeface="Arial" panose="020B0604020202020204" pitchFamily="34" charset="0"/>
                          <a:ea typeface="MS PGothic" panose="020B0600070205080204" pitchFamily="34" charset="-128"/>
                        </a:defRPr>
                      </a:lvl9pPr>
                    </a:lstStyle>
                    <a:p>
                      <a:pPr marL="0" marR="0" lvl="0" indent="0" algn="l" defTabSz="534988" rtl="0" eaLnBrk="1" fontAlgn="base" latinLnBrk="0" hangingPunct="1">
                        <a:lnSpc>
                          <a:spcPct val="100000"/>
                        </a:lnSpc>
                        <a:spcBef>
                          <a:spcPct val="20000"/>
                        </a:spcBef>
                        <a:spcAft>
                          <a:spcPct val="0"/>
                        </a:spcAft>
                        <a:buClrTx/>
                        <a:buSzTx/>
                        <a:buFontTx/>
                        <a:buNone/>
                        <a:tabLst/>
                      </a:pPr>
                      <a:r>
                        <a:rPr kumimoji="0" lang="en-US" altLang="fr-FR" sz="3100" b="0" i="0" u="none" strike="noStrike" cap="none" normalizeH="0" baseline="0" dirty="0">
                          <a:ln>
                            <a:noFill/>
                          </a:ln>
                          <a:solidFill>
                            <a:schemeClr val="tx2"/>
                          </a:solidFill>
                          <a:effectLst/>
                          <a:latin typeface="Arial Narrow" panose="020B0604020202020204" pitchFamily="34" charset="0"/>
                          <a:ea typeface="MS PGothic" panose="020B0600070205080204" pitchFamily="34" charset="-128"/>
                        </a:rPr>
                        <a:t>Tel: </a:t>
                      </a:r>
                      <a:r>
                        <a:rPr kumimoji="0" lang="en-US" altLang="fr-FR" sz="3100" b="0" i="0" u="none" strike="noStrike" cap="none" normalizeH="0" baseline="0" dirty="0" smtClean="0">
                          <a:ln>
                            <a:noFill/>
                          </a:ln>
                          <a:solidFill>
                            <a:schemeClr val="tx2"/>
                          </a:solidFill>
                          <a:effectLst/>
                          <a:latin typeface="Arial Narrow" panose="020B0604020202020204" pitchFamily="34" charset="0"/>
                          <a:ea typeface="MS PGothic" panose="020B0600070205080204" pitchFamily="34" charset="-128"/>
                        </a:rPr>
                        <a:t>+91 </a:t>
                      </a:r>
                      <a:r>
                        <a:rPr kumimoji="0" lang="en-US" altLang="fr-FR" sz="3100" b="0" i="0" u="none" strike="noStrike" cap="none" normalizeH="0" baseline="0" dirty="0" smtClean="0">
                          <a:ln>
                            <a:noFill/>
                          </a:ln>
                          <a:solidFill>
                            <a:schemeClr val="tx2"/>
                          </a:solidFill>
                          <a:effectLst/>
                          <a:latin typeface="Arial Narrow" panose="020B0604020202020204" pitchFamily="34" charset="0"/>
                          <a:ea typeface="MS PGothic" panose="020B0600070205080204" pitchFamily="34" charset="-128"/>
                        </a:rPr>
                        <a:t>9597430916 </a:t>
                      </a:r>
                      <a:endParaRPr kumimoji="0" lang="en-US" altLang="fr-FR" sz="3100" b="0" i="0" u="none" strike="noStrike" cap="none" normalizeH="0" baseline="0" dirty="0">
                        <a:ln>
                          <a:noFill/>
                        </a:ln>
                        <a:solidFill>
                          <a:schemeClr val="tx2"/>
                        </a:solidFill>
                        <a:effectLst/>
                        <a:latin typeface="Arial Narrow" panose="020B0604020202020204" pitchFamily="34" charset="0"/>
                        <a:ea typeface="MS PGothic" panose="020B0600070205080204" pitchFamily="34" charset="-128"/>
                      </a:endParaRPr>
                    </a:p>
                    <a:p>
                      <a:pPr marL="0" marR="0" lvl="0" indent="0" algn="l" defTabSz="534988" rtl="0" eaLnBrk="1" fontAlgn="base" latinLnBrk="0" hangingPunct="1">
                        <a:lnSpc>
                          <a:spcPct val="100000"/>
                        </a:lnSpc>
                        <a:spcBef>
                          <a:spcPct val="20000"/>
                        </a:spcBef>
                        <a:spcAft>
                          <a:spcPct val="0"/>
                        </a:spcAft>
                        <a:buClrTx/>
                        <a:buSzTx/>
                        <a:buFontTx/>
                        <a:buNone/>
                        <a:tabLst/>
                      </a:pPr>
                      <a:endParaRPr kumimoji="0" lang="en-US" altLang="fr-FR" sz="3100" b="0" i="0" u="none" strike="noStrike" cap="none" normalizeH="0" baseline="0" dirty="0">
                        <a:ln>
                          <a:noFill/>
                        </a:ln>
                        <a:solidFill>
                          <a:schemeClr val="tx2"/>
                        </a:solidFill>
                        <a:effectLst/>
                        <a:latin typeface="Arial Narrow" panose="020B0604020202020204" pitchFamily="34" charset="0"/>
                        <a:ea typeface="MS PGothic" panose="020B0600070205080204" pitchFamily="34" charset="-128"/>
                      </a:endParaRPr>
                    </a:p>
                    <a:p>
                      <a:pPr marL="0" marR="0" lvl="0" indent="0" algn="l" defTabSz="534988" rtl="0" eaLnBrk="1" fontAlgn="base" latinLnBrk="0" hangingPunct="1">
                        <a:lnSpc>
                          <a:spcPct val="100000"/>
                        </a:lnSpc>
                        <a:spcBef>
                          <a:spcPct val="20000"/>
                        </a:spcBef>
                        <a:spcAft>
                          <a:spcPct val="0"/>
                        </a:spcAft>
                        <a:buClrTx/>
                        <a:buSzTx/>
                        <a:buFontTx/>
                        <a:buNone/>
                        <a:tabLst/>
                        <a:defRPr/>
                      </a:pPr>
                      <a:r>
                        <a:rPr kumimoji="0" lang="en-US" altLang="fr-FR" sz="3100" b="0" i="0" u="none" strike="noStrike" cap="none" normalizeH="0" baseline="0" dirty="0" smtClean="0">
                          <a:ln>
                            <a:noFill/>
                          </a:ln>
                          <a:solidFill>
                            <a:schemeClr val="tx2"/>
                          </a:solidFill>
                          <a:effectLst/>
                          <a:latin typeface="Arial Narrow" panose="020B0604020202020204" pitchFamily="34" charset="0"/>
                          <a:ea typeface="MS PGothic" panose="020B0600070205080204" pitchFamily="34" charset="-128"/>
                        </a:rPr>
                        <a:t>Email</a:t>
                      </a:r>
                      <a:r>
                        <a:rPr kumimoji="0" lang="en-US" altLang="fr-FR" sz="2800" b="0" i="0" u="none" strike="noStrike" cap="none" normalizeH="0" baseline="0" dirty="0" smtClean="0">
                          <a:ln>
                            <a:noFill/>
                          </a:ln>
                          <a:solidFill>
                            <a:schemeClr val="tx2"/>
                          </a:solidFill>
                          <a:effectLst/>
                          <a:latin typeface="Arial Narrow" panose="020B0604020202020204" pitchFamily="34" charset="0"/>
                          <a:ea typeface="MS PGothic" panose="020B0600070205080204" pitchFamily="34" charset="-128"/>
                        </a:rPr>
                        <a:t>:</a:t>
                      </a:r>
                      <a:r>
                        <a:rPr lang="en-US" sz="2800" b="0" dirty="0" smtClean="0">
                          <a:latin typeface="Arial" panose="020B0604020202020204" pitchFamily="34" charset="0"/>
                          <a:cs typeface="Arial" pitchFamily="34" charset="0"/>
                        </a:rPr>
                        <a:t>jayasuthap96@gmail.com</a:t>
                      </a:r>
                      <a:endParaRPr kumimoji="0" lang="en-US" altLang="fr-FR" sz="2800" b="0" i="0" u="none" strike="noStrike" cap="none" normalizeH="0" baseline="0" dirty="0" smtClean="0">
                        <a:ln>
                          <a:noFill/>
                        </a:ln>
                        <a:solidFill>
                          <a:schemeClr val="tx2"/>
                        </a:solidFill>
                        <a:effectLst/>
                        <a:latin typeface="Arial Narrow" panose="020B0604020202020204" pitchFamily="34" charset="0"/>
                        <a:ea typeface="MS PGothic" panose="020B0600070205080204" pitchFamily="34" charset="-128"/>
                      </a:endParaRPr>
                    </a:p>
                    <a:p>
                      <a:pPr marL="0" marR="0" lvl="0" indent="0" algn="l" defTabSz="534988" rtl="0" eaLnBrk="1" fontAlgn="base" latinLnBrk="0" hangingPunct="1">
                        <a:lnSpc>
                          <a:spcPct val="100000"/>
                        </a:lnSpc>
                        <a:spcBef>
                          <a:spcPct val="20000"/>
                        </a:spcBef>
                        <a:spcAft>
                          <a:spcPct val="0"/>
                        </a:spcAft>
                        <a:buClrTx/>
                        <a:buSzTx/>
                        <a:buFontTx/>
                        <a:buNone/>
                        <a:tabLst/>
                      </a:pPr>
                      <a:endParaRPr kumimoji="0" lang="en-US" altLang="fr-FR" sz="2800" b="0" i="0" u="none" strike="noStrike" cap="none" normalizeH="0" baseline="0" dirty="0">
                        <a:ln>
                          <a:noFill/>
                        </a:ln>
                        <a:solidFill>
                          <a:schemeClr val="tx2"/>
                        </a:solidFill>
                        <a:effectLst/>
                        <a:latin typeface="Arial Narrow" panose="020B0604020202020204" pitchFamily="34" charset="0"/>
                        <a:ea typeface="MS PGothic" panose="020B0600070205080204" pitchFamily="34" charset="-128"/>
                      </a:endParaRPr>
                    </a:p>
                  </a:txBody>
                  <a:tcPr marL="315365" marR="315365" marT="44600" marB="445991"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2562461729"/>
                  </a:ext>
                </a:extLst>
              </a:tr>
            </a:tbl>
          </a:graphicData>
        </a:graphic>
      </p:graphicFrame>
      <p:sp>
        <p:nvSpPr>
          <p:cNvPr id="51" name="Rectangle 50"/>
          <p:cNvSpPr/>
          <p:nvPr/>
        </p:nvSpPr>
        <p:spPr>
          <a:xfrm>
            <a:off x="10853707" y="34548854"/>
            <a:ext cx="8569331" cy="523220"/>
          </a:xfrm>
          <a:prstGeom prst="rect">
            <a:avLst/>
          </a:prstGeom>
        </p:spPr>
        <p:txBody>
          <a:bodyPr wrap="square">
            <a:spAutoFit/>
          </a:bodyPr>
          <a:lstStyle/>
          <a:p>
            <a:pPr algn="ctr"/>
            <a:r>
              <a:rPr lang="en-US" sz="2800" b="1" dirty="0" smtClean="0"/>
              <a:t>Vehicle Detection</a:t>
            </a:r>
            <a:endParaRPr lang="en-US" sz="2800" dirty="0"/>
          </a:p>
        </p:txBody>
      </p:sp>
      <p:sp>
        <p:nvSpPr>
          <p:cNvPr id="52" name="Rectangle 51"/>
          <p:cNvSpPr/>
          <p:nvPr/>
        </p:nvSpPr>
        <p:spPr>
          <a:xfrm>
            <a:off x="10782269" y="41383748"/>
            <a:ext cx="8786874" cy="523220"/>
          </a:xfrm>
          <a:prstGeom prst="rect">
            <a:avLst/>
          </a:prstGeom>
        </p:spPr>
        <p:txBody>
          <a:bodyPr wrap="square">
            <a:spAutoFit/>
          </a:bodyPr>
          <a:lstStyle/>
          <a:p>
            <a:pPr algn="ctr"/>
            <a:r>
              <a:rPr lang="en-US" sz="2800" b="1" dirty="0" smtClean="0"/>
              <a:t>Vehicle </a:t>
            </a:r>
            <a:r>
              <a:rPr lang="en-US" sz="2800" b="1" dirty="0" smtClean="0"/>
              <a:t>Counting</a:t>
            </a:r>
            <a:endParaRPr lang="en-US" sz="2800" dirty="0" smtClean="0"/>
          </a:p>
        </p:txBody>
      </p:sp>
      <p:sp>
        <p:nvSpPr>
          <p:cNvPr id="1025" name="Rectangle 1"/>
          <p:cNvSpPr>
            <a:spLocks noChangeArrowheads="1"/>
          </p:cNvSpPr>
          <p:nvPr/>
        </p:nvSpPr>
        <p:spPr bwMode="auto">
          <a:xfrm>
            <a:off x="0" y="452836"/>
            <a:ext cx="30279975" cy="10772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3200" b="0" i="1" u="none" strike="noStrike" cap="none" normalizeH="0" baseline="0" dirty="0" smtClean="0">
                <a:ln>
                  <a:noFill/>
                </a:ln>
                <a:solidFill>
                  <a:schemeClr val="tx1"/>
                </a:solidFill>
                <a:effectLst/>
                <a:latin typeface="Times New Roman" pitchFamily="18" charset="0"/>
                <a:ea typeface="MS Mincho" pitchFamily="49" charset="-128"/>
                <a:cs typeface="Times New Roman" pitchFamily="18" charset="0"/>
              </a:rPr>
              <a:t>ICAMT-2024, International Conference on Additive Manufacturing Technologies, OCT-2024</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3200" b="0" i="0" u="none" strike="noStrike" cap="none" normalizeH="0" baseline="0" dirty="0" smtClean="0">
                <a:ln>
                  <a:noFill/>
                </a:ln>
                <a:solidFill>
                  <a:schemeClr val="tx1"/>
                </a:solidFill>
                <a:effectLst/>
                <a:latin typeface="Times New Roman" pitchFamily="18" charset="0"/>
                <a:ea typeface="MS Mincho" pitchFamily="49" charset="-128"/>
                <a:cs typeface="Times New Roman" pitchFamily="18" charset="0"/>
              </a:rPr>
              <a:t>Paper ID: ********</a:t>
            </a:r>
            <a:endParaRPr kumimoji="0" lang="en-US" sz="3200" b="0" i="0" u="none" strike="noStrike" cap="none" normalizeH="0" baseline="0" dirty="0" smtClean="0">
              <a:ln>
                <a:noFill/>
              </a:ln>
              <a:solidFill>
                <a:schemeClr val="tx1"/>
              </a:solidFill>
              <a:effectLst/>
              <a:latin typeface="Arial" pitchFamily="34" charset="0"/>
              <a:cs typeface="Arial" pitchFamily="34" charset="0"/>
            </a:endParaRPr>
          </a:p>
        </p:txBody>
      </p:sp>
      <p:pic>
        <p:nvPicPr>
          <p:cNvPr id="28" name="image6.jpeg"/>
          <p:cNvPicPr/>
          <p:nvPr/>
        </p:nvPicPr>
        <p:blipFill>
          <a:blip r:embed="rId3" cstate="print">
            <a:lum bright="-40000" contrast="20000"/>
          </a:blip>
          <a:stretch>
            <a:fillRect/>
          </a:stretch>
        </p:blipFill>
        <p:spPr>
          <a:xfrm>
            <a:off x="10567955" y="18546743"/>
            <a:ext cx="9072625" cy="8143931"/>
          </a:xfrm>
          <a:prstGeom prst="rect">
            <a:avLst/>
          </a:prstGeom>
        </p:spPr>
      </p:pic>
      <p:pic>
        <p:nvPicPr>
          <p:cNvPr id="29" name="image7.jpeg" descr="Image result for image processing vehicle detection&quot;"/>
          <p:cNvPicPr/>
          <p:nvPr/>
        </p:nvPicPr>
        <p:blipFill>
          <a:blip r:embed="rId4" cstate="print"/>
          <a:stretch>
            <a:fillRect/>
          </a:stretch>
        </p:blipFill>
        <p:spPr>
          <a:xfrm>
            <a:off x="10567955" y="28476624"/>
            <a:ext cx="9215502" cy="6072230"/>
          </a:xfrm>
          <a:prstGeom prst="rect">
            <a:avLst/>
          </a:prstGeom>
        </p:spPr>
      </p:pic>
      <p:grpSp>
        <p:nvGrpSpPr>
          <p:cNvPr id="1026" name="Group 2"/>
          <p:cNvGrpSpPr>
            <a:grpSpLocks/>
          </p:cNvGrpSpPr>
          <p:nvPr/>
        </p:nvGrpSpPr>
        <p:grpSpPr bwMode="auto">
          <a:xfrm>
            <a:off x="10496517" y="35048920"/>
            <a:ext cx="9286940" cy="6286544"/>
            <a:chOff x="1519" y="-3842"/>
            <a:chExt cx="4019" cy="7832"/>
          </a:xfrm>
        </p:grpSpPr>
        <p:pic>
          <p:nvPicPr>
            <p:cNvPr id="2" name="Picture 3" descr="Image result for vehicle counting using image processing&quot;"/>
            <p:cNvPicPr>
              <a:picLocks noChangeAspect="1" noChangeArrowheads="1"/>
            </p:cNvPicPr>
            <p:nvPr/>
          </p:nvPicPr>
          <p:blipFill>
            <a:blip r:embed="rId5"/>
            <a:srcRect/>
            <a:stretch>
              <a:fillRect/>
            </a:stretch>
          </p:blipFill>
          <p:spPr bwMode="auto">
            <a:xfrm>
              <a:off x="1519" y="-3842"/>
              <a:ext cx="4019" cy="3686"/>
            </a:xfrm>
            <a:prstGeom prst="rect">
              <a:avLst/>
            </a:prstGeom>
            <a:noFill/>
          </p:spPr>
        </p:pic>
        <p:pic>
          <p:nvPicPr>
            <p:cNvPr id="3" name="Picture 4"/>
            <p:cNvPicPr>
              <a:picLocks noChangeAspect="1" noChangeArrowheads="1"/>
            </p:cNvPicPr>
            <p:nvPr/>
          </p:nvPicPr>
          <p:blipFill>
            <a:blip r:embed="rId6"/>
            <a:srcRect/>
            <a:stretch>
              <a:fillRect/>
            </a:stretch>
          </p:blipFill>
          <p:spPr bwMode="auto">
            <a:xfrm>
              <a:off x="1519" y="304"/>
              <a:ext cx="4008" cy="3686"/>
            </a:xfrm>
            <a:prstGeom prst="rect">
              <a:avLst/>
            </a:prstGeom>
            <a:noFill/>
          </p:spPr>
        </p:pic>
      </p:grpSp>
      <p:pic>
        <p:nvPicPr>
          <p:cNvPr id="34" name="image10.jpeg"/>
          <p:cNvPicPr/>
          <p:nvPr/>
        </p:nvPicPr>
        <p:blipFill>
          <a:blip r:embed="rId7" cstate="print"/>
          <a:stretch>
            <a:fillRect/>
          </a:stretch>
        </p:blipFill>
        <p:spPr>
          <a:xfrm>
            <a:off x="20212085" y="8974050"/>
            <a:ext cx="9358378" cy="10644262"/>
          </a:xfrm>
          <a:prstGeom prst="rect">
            <a:avLst/>
          </a:prstGeom>
        </p:spPr>
      </p:pic>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148</TotalTime>
  <Words>861</Words>
  <Application>Microsoft Office PowerPoint</Application>
  <PresentationFormat>Custom</PresentationFormat>
  <Paragraphs>44</Paragraphs>
  <Slides>1</Slides>
  <Notes>1</Notes>
  <HiddenSlides>0</HiddenSlides>
  <MMClips>0</MMClips>
  <ScaleCrop>false</ScaleCrop>
  <HeadingPairs>
    <vt:vector size="4" baseType="variant">
      <vt:variant>
        <vt:lpstr>Theme</vt:lpstr>
      </vt:variant>
      <vt:variant>
        <vt:i4>1</vt:i4>
      </vt:variant>
      <vt:variant>
        <vt:lpstr>Slide Titles</vt:lpstr>
      </vt:variant>
      <vt:variant>
        <vt:i4>1</vt:i4>
      </vt:variant>
    </vt:vector>
  </HeadingPairs>
  <TitlesOfParts>
    <vt:vector size="2" baseType="lpstr">
      <vt:lpstr>Office Theme</vt:lpstr>
      <vt:lpstr>Slide 1</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Ganesh</dc:creator>
  <cp:lastModifiedBy>admin</cp:lastModifiedBy>
  <cp:revision>35</cp:revision>
  <dcterms:created xsi:type="dcterms:W3CDTF">2024-01-21T05:03:52Z</dcterms:created>
  <dcterms:modified xsi:type="dcterms:W3CDTF">2024-09-28T05:00:13Z</dcterms:modified>
</cp:coreProperties>
</file>